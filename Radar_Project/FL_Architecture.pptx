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9"/>
  </p:sldMasterIdLst>
  <p:notesMasterIdLst>
    <p:notesMasterId r:id="rId17"/>
  </p:notesMasterIdLst>
  <p:sldIdLst>
    <p:sldId id="290" r:id="rId10"/>
    <p:sldId id="326" r:id="rId11"/>
    <p:sldId id="345" r:id="rId12"/>
    <p:sldId id="346" r:id="rId13"/>
    <p:sldId id="348" r:id="rId14"/>
    <p:sldId id="347" r:id="rId15"/>
    <p:sldId id="344" r:id="rId16"/>
  </p:sldIdLst>
  <p:sldSz cx="10969625" cy="6170613"/>
  <p:notesSz cx="6858000" cy="9144000"/>
  <p:custDataLst>
    <p:tags r:id="rId1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2BA"/>
    <a:srgbClr val="0A5139"/>
    <a:srgbClr val="06407D"/>
    <a:srgbClr val="074F37"/>
    <a:srgbClr val="67B419"/>
    <a:srgbClr val="AA0665"/>
    <a:srgbClr val="FFBBE3"/>
    <a:srgbClr val="A80163"/>
    <a:srgbClr val="00884A"/>
    <a:srgbClr val="0E7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876FC-127F-483A-8669-CC16BB8C66DB}" v="1076" dt="2025-06-18T06:13:32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4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" Target="slides/slide3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microsoft.com/office/2016/11/relationships/changesInfo" Target="changesInfos/changesInfo1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ader Sophie (XC-AS/EDP2 XC-AS/ECB1)" userId="S::ssc5hi@bosch.com::6f4ce1ed-facf-4ad0-865d-953d0941cca8" providerId="AD" clId="Web-{F046FE28-F12D-F713-50A8-F4770BFD4EC8}"/>
    <pc:docChg chg="addSld delSld modSld">
      <pc:chgData name="Schrader Sophie (XC-AS/EDP2 XC-AS/ECB1)" userId="S::ssc5hi@bosch.com::6f4ce1ed-facf-4ad0-865d-953d0941cca8" providerId="AD" clId="Web-{F046FE28-F12D-F713-50A8-F4770BFD4EC8}" dt="2025-06-04T07:32:45.429" v="17" actId="1076"/>
      <pc:docMkLst>
        <pc:docMk/>
      </pc:docMkLst>
      <pc:sldChg chg="addSp delSp modSp">
        <pc:chgData name="Schrader Sophie (XC-AS/EDP2 XC-AS/ECB1)" userId="S::ssc5hi@bosch.com::6f4ce1ed-facf-4ad0-865d-953d0941cca8" providerId="AD" clId="Web-{F046FE28-F12D-F713-50A8-F4770BFD4EC8}" dt="2025-06-04T07:30:08.068" v="9"/>
        <pc:sldMkLst>
          <pc:docMk/>
          <pc:sldMk cId="1452803556" sldId="347"/>
        </pc:sldMkLst>
        <pc:spChg chg="del">
          <ac:chgData name="Schrader Sophie (XC-AS/EDP2 XC-AS/ECB1)" userId="S::ssc5hi@bosch.com::6f4ce1ed-facf-4ad0-865d-953d0941cca8" providerId="AD" clId="Web-{F046FE28-F12D-F713-50A8-F4770BFD4EC8}" dt="2025-06-04T07:30:07.595" v="8"/>
          <ac:spMkLst>
            <pc:docMk/>
            <pc:sldMk cId="1452803556" sldId="347"/>
            <ac:spMk id="5" creationId="{93D1E25E-1396-7253-3DE4-488F599291EB}"/>
          </ac:spMkLst>
        </pc:spChg>
        <pc:spChg chg="add del mod">
          <ac:chgData name="Schrader Sophie (XC-AS/EDP2 XC-AS/ECB1)" userId="S::ssc5hi@bosch.com::6f4ce1ed-facf-4ad0-865d-953d0941cca8" providerId="AD" clId="Web-{F046FE28-F12D-F713-50A8-F4770BFD4EC8}" dt="2025-06-04T07:30:08.068" v="9"/>
          <ac:spMkLst>
            <pc:docMk/>
            <pc:sldMk cId="1452803556" sldId="347"/>
            <ac:spMk id="7" creationId="{23D26C52-51D0-5EA2-9B10-64667E72C3BB}"/>
          </ac:spMkLst>
        </pc:spChg>
        <pc:picChg chg="add mod ord">
          <ac:chgData name="Schrader Sophie (XC-AS/EDP2 XC-AS/ECB1)" userId="S::ssc5hi@bosch.com::6f4ce1ed-facf-4ad0-865d-953d0941cca8" providerId="AD" clId="Web-{F046FE28-F12D-F713-50A8-F4770BFD4EC8}" dt="2025-06-04T07:30:08.068" v="9"/>
          <ac:picMkLst>
            <pc:docMk/>
            <pc:sldMk cId="1452803556" sldId="347"/>
            <ac:picMk id="8" creationId="{964405D7-BD52-7716-484D-85DEBDFA105E}"/>
          </ac:picMkLst>
        </pc:picChg>
      </pc:sldChg>
      <pc:sldChg chg="addSp delSp modSp add replId">
        <pc:chgData name="Schrader Sophie (XC-AS/EDP2 XC-AS/ECB1)" userId="S::ssc5hi@bosch.com::6f4ce1ed-facf-4ad0-865d-953d0941cca8" providerId="AD" clId="Web-{F046FE28-F12D-F713-50A8-F4770BFD4EC8}" dt="2025-06-04T07:32:45.429" v="17" actId="1076"/>
        <pc:sldMkLst>
          <pc:docMk/>
          <pc:sldMk cId="3387575357" sldId="361"/>
        </pc:sldMkLst>
        <pc:spChg chg="add del mod">
          <ac:chgData name="Schrader Sophie (XC-AS/EDP2 XC-AS/ECB1)" userId="S::ssc5hi@bosch.com::6f4ce1ed-facf-4ad0-865d-953d0941cca8" providerId="AD" clId="Web-{F046FE28-F12D-F713-50A8-F4770BFD4EC8}" dt="2025-06-04T07:31:38.005" v="12"/>
          <ac:spMkLst>
            <pc:docMk/>
            <pc:sldMk cId="3387575357" sldId="361"/>
            <ac:spMk id="6" creationId="{7DA37C62-FCAD-43A2-82E3-F2AD4999CEB1}"/>
          </ac:spMkLst>
        </pc:spChg>
        <pc:picChg chg="add mod">
          <ac:chgData name="Schrader Sophie (XC-AS/EDP2 XC-AS/ECB1)" userId="S::ssc5hi@bosch.com::6f4ce1ed-facf-4ad0-865d-953d0941cca8" providerId="AD" clId="Web-{F046FE28-F12D-F713-50A8-F4770BFD4EC8}" dt="2025-06-04T07:32:45.429" v="17" actId="1076"/>
          <ac:picMkLst>
            <pc:docMk/>
            <pc:sldMk cId="3387575357" sldId="361"/>
            <ac:picMk id="5" creationId="{F1C5D5BA-DC6D-4506-4F4B-780194A1F836}"/>
          </ac:picMkLst>
        </pc:picChg>
        <pc:picChg chg="add mod ord">
          <ac:chgData name="Schrader Sophie (XC-AS/EDP2 XC-AS/ECB1)" userId="S::ssc5hi@bosch.com::6f4ce1ed-facf-4ad0-865d-953d0941cca8" providerId="AD" clId="Web-{F046FE28-F12D-F713-50A8-F4770BFD4EC8}" dt="2025-06-04T07:31:40.239" v="13" actId="1076"/>
          <ac:picMkLst>
            <pc:docMk/>
            <pc:sldMk cId="3387575357" sldId="361"/>
            <ac:picMk id="7" creationId="{A4CDBE83-B1E1-B5F7-7090-305BE16991ED}"/>
          </ac:picMkLst>
        </pc:picChg>
        <pc:picChg chg="del">
          <ac:chgData name="Schrader Sophie (XC-AS/EDP2 XC-AS/ECB1)" userId="S::ssc5hi@bosch.com::6f4ce1ed-facf-4ad0-865d-953d0941cca8" providerId="AD" clId="Web-{F046FE28-F12D-F713-50A8-F4770BFD4EC8}" dt="2025-06-04T07:31:37.457" v="11"/>
          <ac:picMkLst>
            <pc:docMk/>
            <pc:sldMk cId="3387575357" sldId="361"/>
            <ac:picMk id="8" creationId="{CC930CB4-6E7F-BC3A-4C4D-BC0BB493846A}"/>
          </ac:picMkLst>
        </pc:picChg>
      </pc:sldChg>
      <pc:sldChg chg="add del">
        <pc:chgData name="Schrader Sophie (XC-AS/EDP2 XC-AS/ECB1)" userId="S::ssc5hi@bosch.com::6f4ce1ed-facf-4ad0-865d-953d0941cca8" providerId="AD" clId="Web-{F046FE28-F12D-F713-50A8-F4770BFD4EC8}" dt="2025-06-04T07:29:54.657" v="6"/>
        <pc:sldMkLst>
          <pc:docMk/>
          <pc:sldMk cId="307145852" sldId="365"/>
        </pc:sldMkLst>
      </pc:sldChg>
      <pc:sldChg chg="add del">
        <pc:chgData name="Schrader Sophie (XC-AS/EDP2 XC-AS/ECB1)" userId="S::ssc5hi@bosch.com::6f4ce1ed-facf-4ad0-865d-953d0941cca8" providerId="AD" clId="Web-{F046FE28-F12D-F713-50A8-F4770BFD4EC8}" dt="2025-06-04T07:29:54.641" v="5"/>
        <pc:sldMkLst>
          <pc:docMk/>
          <pc:sldMk cId="721503023" sldId="379"/>
        </pc:sldMkLst>
      </pc:sldChg>
      <pc:sldChg chg="add del">
        <pc:chgData name="Schrader Sophie (XC-AS/EDP2 XC-AS/ECB1)" userId="S::ssc5hi@bosch.com::6f4ce1ed-facf-4ad0-865d-953d0941cca8" providerId="AD" clId="Web-{F046FE28-F12D-F713-50A8-F4770BFD4EC8}" dt="2025-06-04T07:29:54.626" v="4"/>
        <pc:sldMkLst>
          <pc:docMk/>
          <pc:sldMk cId="3591316420" sldId="384"/>
        </pc:sldMkLst>
      </pc:sldChg>
      <pc:sldChg chg="add del">
        <pc:chgData name="Schrader Sophie (XC-AS/EDP2 XC-AS/ECB1)" userId="S::ssc5hi@bosch.com::6f4ce1ed-facf-4ad0-865d-953d0941cca8" providerId="AD" clId="Web-{F046FE28-F12D-F713-50A8-F4770BFD4EC8}" dt="2025-06-04T07:29:54.657" v="7"/>
        <pc:sldMkLst>
          <pc:docMk/>
          <pc:sldMk cId="2064754404" sldId="385"/>
        </pc:sldMkLst>
      </pc:sldChg>
    </pc:docChg>
  </pc:docChgLst>
  <pc:docChgLst>
    <pc:chgData name="Schrader Sophie (XC-DX/ESP2 XC-DX/ECB1)" userId="S::ssc5hi@bosch.com::6f4ce1ed-facf-4ad0-865d-953d0941cca8" providerId="AD" clId="Web-{53CAEB2E-C751-49D9-B290-7E9976CCA81D}"/>
    <pc:docChg chg="addSld delSld modSld">
      <pc:chgData name="Schrader Sophie (XC-DX/ESP2 XC-DX/ECB1)" userId="S::ssc5hi@bosch.com::6f4ce1ed-facf-4ad0-865d-953d0941cca8" providerId="AD" clId="Web-{53CAEB2E-C751-49D9-B290-7E9976CCA81D}" dt="2023-09-20T11:00:27.502" v="62" actId="1076"/>
      <pc:docMkLst>
        <pc:docMk/>
      </pc:docMkLst>
      <pc:sldChg chg="del">
        <pc:chgData name="Schrader Sophie (XC-DX/ESP2 XC-DX/ECB1)" userId="S::ssc5hi@bosch.com::6f4ce1ed-facf-4ad0-865d-953d0941cca8" providerId="AD" clId="Web-{53CAEB2E-C751-49D9-B290-7E9976CCA81D}" dt="2023-09-20T09:44:02.559" v="6"/>
        <pc:sldMkLst>
          <pc:docMk/>
          <pc:sldMk cId="1725865528" sldId="336"/>
        </pc:sldMkLst>
      </pc:sldChg>
      <pc:sldChg chg="del">
        <pc:chgData name="Schrader Sophie (XC-DX/ESP2 XC-DX/ECB1)" userId="S::ssc5hi@bosch.com::6f4ce1ed-facf-4ad0-865d-953d0941cca8" providerId="AD" clId="Web-{53CAEB2E-C751-49D9-B290-7E9976CCA81D}" dt="2023-09-20T09:44:02.559" v="7"/>
        <pc:sldMkLst>
          <pc:docMk/>
          <pc:sldMk cId="194216063" sldId="337"/>
        </pc:sldMkLst>
      </pc:sldChg>
      <pc:sldChg chg="addSp modSp del">
        <pc:chgData name="Schrader Sophie (XC-DX/ESP2 XC-DX/ECB1)" userId="S::ssc5hi@bosch.com::6f4ce1ed-facf-4ad0-865d-953d0941cca8" providerId="AD" clId="Web-{53CAEB2E-C751-49D9-B290-7E9976CCA81D}" dt="2023-09-20T10:59:46.173" v="53"/>
        <pc:sldMkLst>
          <pc:docMk/>
          <pc:sldMk cId="458637160" sldId="338"/>
        </pc:sldMkLst>
        <pc:picChg chg="add mod">
          <ac:chgData name="Schrader Sophie (XC-DX/ESP2 XC-DX/ECB1)" userId="S::ssc5hi@bosch.com::6f4ce1ed-facf-4ad0-865d-953d0941cca8" providerId="AD" clId="Web-{53CAEB2E-C751-49D9-B290-7E9976CCA81D}" dt="2023-09-20T10:59:19.562" v="51"/>
          <ac:picMkLst>
            <pc:docMk/>
            <pc:sldMk cId="458637160" sldId="338"/>
            <ac:picMk id="7" creationId="{7158FF5D-3E4D-2655-9AD7-C3C04974C9B8}"/>
          </ac:picMkLst>
        </pc:picChg>
      </pc:sldChg>
      <pc:sldChg chg="del">
        <pc:chgData name="Schrader Sophie (XC-DX/ESP2 XC-DX/ECB1)" userId="S::ssc5hi@bosch.com::6f4ce1ed-facf-4ad0-865d-953d0941cca8" providerId="AD" clId="Web-{53CAEB2E-C751-49D9-B290-7E9976CCA81D}" dt="2023-09-20T09:43:05.135" v="2"/>
        <pc:sldMkLst>
          <pc:docMk/>
          <pc:sldMk cId="884879275" sldId="340"/>
        </pc:sldMkLst>
      </pc:sldChg>
      <pc:sldChg chg="del">
        <pc:chgData name="Schrader Sophie (XC-DX/ESP2 XC-DX/ECB1)" userId="S::ssc5hi@bosch.com::6f4ce1ed-facf-4ad0-865d-953d0941cca8" providerId="AD" clId="Web-{53CAEB2E-C751-49D9-B290-7E9976CCA81D}" dt="2023-09-20T09:43:05.135" v="3"/>
        <pc:sldMkLst>
          <pc:docMk/>
          <pc:sldMk cId="3268754794" sldId="341"/>
        </pc:sldMkLst>
      </pc:sldChg>
      <pc:sldChg chg="addSp delSp modSp add">
        <pc:chgData name="Schrader Sophie (XC-DX/ESP2 XC-DX/ECB1)" userId="S::ssc5hi@bosch.com::6f4ce1ed-facf-4ad0-865d-953d0941cca8" providerId="AD" clId="Web-{53CAEB2E-C751-49D9-B290-7E9976CCA81D}" dt="2023-09-20T09:45:50.077" v="50"/>
        <pc:sldMkLst>
          <pc:docMk/>
          <pc:sldMk cId="1053057343" sldId="350"/>
        </pc:sldMkLst>
        <pc:spChg chg="mod">
          <ac:chgData name="Schrader Sophie (XC-DX/ESP2 XC-DX/ECB1)" userId="S::ssc5hi@bosch.com::6f4ce1ed-facf-4ad0-865d-953d0941cca8" providerId="AD" clId="Web-{53CAEB2E-C751-49D9-B290-7E9976CCA81D}" dt="2023-09-20T09:45:35.358" v="42" actId="1076"/>
          <ac:spMkLst>
            <pc:docMk/>
            <pc:sldMk cId="1053057343" sldId="350"/>
            <ac:spMk id="4" creationId="{B67DA392-55A8-19BE-B55B-D0DA446E6D2E}"/>
          </ac:spMkLst>
        </pc:spChg>
        <pc:spChg chg="mod">
          <ac:chgData name="Schrader Sophie (XC-DX/ESP2 XC-DX/ECB1)" userId="S::ssc5hi@bosch.com::6f4ce1ed-facf-4ad0-865d-953d0941cca8" providerId="AD" clId="Web-{53CAEB2E-C751-49D9-B290-7E9976CCA81D}" dt="2023-09-20T09:45:10.686" v="15" actId="1076"/>
          <ac:spMkLst>
            <pc:docMk/>
            <pc:sldMk cId="1053057343" sldId="350"/>
            <ac:spMk id="5" creationId="{E7E11D6E-287E-197F-F58C-E6A3D59E1D25}"/>
          </ac:spMkLst>
        </pc:spChg>
        <pc:spChg chg="mod">
          <ac:chgData name="Schrader Sophie (XC-DX/ESP2 XC-DX/ECB1)" userId="S::ssc5hi@bosch.com::6f4ce1ed-facf-4ad0-865d-953d0941cca8" providerId="AD" clId="Web-{53CAEB2E-C751-49D9-B290-7E9976CCA81D}" dt="2023-09-20T09:45:35.374" v="44" actId="1076"/>
          <ac:spMkLst>
            <pc:docMk/>
            <pc:sldMk cId="1053057343" sldId="350"/>
            <ac:spMk id="7" creationId="{D8A59BE1-D9B6-D68B-FEDC-3821FE5D20AB}"/>
          </ac:spMkLst>
        </pc:spChg>
        <pc:spChg chg="add">
          <ac:chgData name="Schrader Sophie (XC-DX/ESP2 XC-DX/ECB1)" userId="S::ssc5hi@bosch.com::6f4ce1ed-facf-4ad0-865d-953d0941cca8" providerId="AD" clId="Web-{53CAEB2E-C751-49D9-B290-7E9976CCA81D}" dt="2023-09-20T09:45:41.577" v="49"/>
          <ac:spMkLst>
            <pc:docMk/>
            <pc:sldMk cId="1053057343" sldId="350"/>
            <ac:spMk id="10" creationId="{AFC86EBA-8140-68EF-D411-7BCC56C296F4}"/>
          </ac:spMkLst>
        </pc:spChg>
        <pc:spChg chg="del mod">
          <ac:chgData name="Schrader Sophie (XC-DX/ESP2 XC-DX/ECB1)" userId="S::ssc5hi@bosch.com::6f4ce1ed-facf-4ad0-865d-953d0941cca8" providerId="AD" clId="Web-{53CAEB2E-C751-49D9-B290-7E9976CCA81D}" dt="2023-09-20T09:45:50.077" v="50"/>
          <ac:spMkLst>
            <pc:docMk/>
            <pc:sldMk cId="1053057343" sldId="350"/>
            <ac:spMk id="13" creationId="{E550CFA4-9D93-9CA2-BAC0-95E2D1CA48F4}"/>
          </ac:spMkLst>
        </pc:spChg>
        <pc:spChg chg="mod">
          <ac:chgData name="Schrader Sophie (XC-DX/ESP2 XC-DX/ECB1)" userId="S::ssc5hi@bosch.com::6f4ce1ed-facf-4ad0-865d-953d0941cca8" providerId="AD" clId="Web-{53CAEB2E-C751-49D9-B290-7E9976CCA81D}" dt="2023-09-20T09:45:35.389" v="45" actId="1076"/>
          <ac:spMkLst>
            <pc:docMk/>
            <pc:sldMk cId="1053057343" sldId="350"/>
            <ac:spMk id="19" creationId="{89778262-5832-CEF8-A100-597FEF537ACF}"/>
          </ac:spMkLst>
        </pc:spChg>
        <pc:spChg chg="mod">
          <ac:chgData name="Schrader Sophie (XC-DX/ESP2 XC-DX/ECB1)" userId="S::ssc5hi@bosch.com::6f4ce1ed-facf-4ad0-865d-953d0941cca8" providerId="AD" clId="Web-{53CAEB2E-C751-49D9-B290-7E9976CCA81D}" dt="2023-09-20T09:45:35.405" v="46" actId="1076"/>
          <ac:spMkLst>
            <pc:docMk/>
            <pc:sldMk cId="1053057343" sldId="350"/>
            <ac:spMk id="20" creationId="{CDC97EFB-E3F8-3E82-B2B3-71593E332DAA}"/>
          </ac:spMkLst>
        </pc:spChg>
        <pc:spChg chg="mod">
          <ac:chgData name="Schrader Sophie (XC-DX/ESP2 XC-DX/ECB1)" userId="S::ssc5hi@bosch.com::6f4ce1ed-facf-4ad0-865d-953d0941cca8" providerId="AD" clId="Web-{53CAEB2E-C751-49D9-B290-7E9976CCA81D}" dt="2023-09-20T09:45:35.405" v="47" actId="1076"/>
          <ac:spMkLst>
            <pc:docMk/>
            <pc:sldMk cId="1053057343" sldId="350"/>
            <ac:spMk id="21" creationId="{B677B66B-B1D3-2374-3DDF-794BDD94798A}"/>
          </ac:spMkLst>
        </pc:spChg>
        <pc:picChg chg="mod">
          <ac:chgData name="Schrader Sophie (XC-DX/ESP2 XC-DX/ECB1)" userId="S::ssc5hi@bosch.com::6f4ce1ed-facf-4ad0-865d-953d0941cca8" providerId="AD" clId="Web-{53CAEB2E-C751-49D9-B290-7E9976CCA81D}" dt="2023-09-20T09:45:35.343" v="41" actId="1076"/>
          <ac:picMkLst>
            <pc:docMk/>
            <pc:sldMk cId="1053057343" sldId="350"/>
            <ac:picMk id="8" creationId="{BE7A0ADB-C02F-90F2-8BC2-8EBB22B71784}"/>
          </ac:picMkLst>
        </pc:picChg>
        <pc:picChg chg="mod">
          <ac:chgData name="Schrader Sophie (XC-DX/ESP2 XC-DX/ECB1)" userId="S::ssc5hi@bosch.com::6f4ce1ed-facf-4ad0-865d-953d0941cca8" providerId="AD" clId="Web-{53CAEB2E-C751-49D9-B290-7E9976CCA81D}" dt="2023-09-20T09:45:35.296" v="40" actId="1076"/>
          <ac:picMkLst>
            <pc:docMk/>
            <pc:sldMk cId="1053057343" sldId="350"/>
            <ac:picMk id="9" creationId="{55537399-60A1-C1D1-8C56-80EA7289D648}"/>
          </ac:picMkLst>
        </pc:picChg>
        <pc:picChg chg="mod">
          <ac:chgData name="Schrader Sophie (XC-DX/ESP2 XC-DX/ECB1)" userId="S::ssc5hi@bosch.com::6f4ce1ed-facf-4ad0-865d-953d0941cca8" providerId="AD" clId="Web-{53CAEB2E-C751-49D9-B290-7E9976CCA81D}" dt="2023-09-20T09:45:35.421" v="48" actId="1076"/>
          <ac:picMkLst>
            <pc:docMk/>
            <pc:sldMk cId="1053057343" sldId="350"/>
            <ac:picMk id="12" creationId="{F725121F-AB2D-A59B-38B9-8D5C69654119}"/>
          </ac:picMkLst>
        </pc:picChg>
        <pc:picChg chg="mod">
          <ac:chgData name="Schrader Sophie (XC-DX/ESP2 XC-DX/ECB1)" userId="S::ssc5hi@bosch.com::6f4ce1ed-facf-4ad0-865d-953d0941cca8" providerId="AD" clId="Web-{53CAEB2E-C751-49D9-B290-7E9976CCA81D}" dt="2023-09-20T09:45:35.264" v="39" actId="1076"/>
          <ac:picMkLst>
            <pc:docMk/>
            <pc:sldMk cId="1053057343" sldId="350"/>
            <ac:picMk id="17" creationId="{39DBED1A-9027-3900-50BF-04648DC548B6}"/>
          </ac:picMkLst>
        </pc:picChg>
        <pc:picChg chg="mod">
          <ac:chgData name="Schrader Sophie (XC-DX/ESP2 XC-DX/ECB1)" userId="S::ssc5hi@bosch.com::6f4ce1ed-facf-4ad0-865d-953d0941cca8" providerId="AD" clId="Web-{53CAEB2E-C751-49D9-B290-7E9976CCA81D}" dt="2023-09-20T09:45:35.202" v="38" actId="1076"/>
          <ac:picMkLst>
            <pc:docMk/>
            <pc:sldMk cId="1053057343" sldId="350"/>
            <ac:picMk id="23" creationId="{2E420A45-3FC9-2761-4C55-C424F6F237B6}"/>
          </ac:picMkLst>
        </pc:picChg>
      </pc:sldChg>
      <pc:sldChg chg="add">
        <pc:chgData name="Schrader Sophie (XC-DX/ESP2 XC-DX/ECB1)" userId="S::ssc5hi@bosch.com::6f4ce1ed-facf-4ad0-865d-953d0941cca8" providerId="AD" clId="Web-{53CAEB2E-C751-49D9-B290-7E9976CCA81D}" dt="2023-09-20T09:42:38.244" v="1"/>
        <pc:sldMkLst>
          <pc:docMk/>
          <pc:sldMk cId="2786707943" sldId="351"/>
        </pc:sldMkLst>
      </pc:sldChg>
      <pc:sldChg chg="addSp delSp modSp add">
        <pc:chgData name="Schrader Sophie (XC-DX/ESP2 XC-DX/ECB1)" userId="S::ssc5hi@bosch.com::6f4ce1ed-facf-4ad0-865d-953d0941cca8" providerId="AD" clId="Web-{53CAEB2E-C751-49D9-B290-7E9976CCA81D}" dt="2023-09-20T11:00:27.502" v="62" actId="1076"/>
        <pc:sldMkLst>
          <pc:docMk/>
          <pc:sldMk cId="622521585" sldId="352"/>
        </pc:sldMkLst>
        <pc:cxnChg chg="add mod">
          <ac:chgData name="Schrader Sophie (XC-DX/ESP2 XC-DX/ECB1)" userId="S::ssc5hi@bosch.com::6f4ce1ed-facf-4ad0-865d-953d0941cca8" providerId="AD" clId="Web-{53CAEB2E-C751-49D9-B290-7E9976CCA81D}" dt="2023-09-20T11:00:27.502" v="62" actId="1076"/>
          <ac:cxnSpMkLst>
            <pc:docMk/>
            <pc:sldMk cId="622521585" sldId="352"/>
            <ac:cxnSpMk id="6" creationId="{98D37B53-1CEF-C797-0542-D6FE4285EE99}"/>
          </ac:cxnSpMkLst>
        </pc:cxnChg>
        <pc:cxnChg chg="del mod">
          <ac:chgData name="Schrader Sophie (XC-DX/ESP2 XC-DX/ECB1)" userId="S::ssc5hi@bosch.com::6f4ce1ed-facf-4ad0-865d-953d0941cca8" providerId="AD" clId="Web-{53CAEB2E-C751-49D9-B290-7E9976CCA81D}" dt="2023-09-20T11:00:27.455" v="61"/>
          <ac:cxnSpMkLst>
            <pc:docMk/>
            <pc:sldMk cId="622521585" sldId="352"/>
            <ac:cxnSpMk id="17" creationId="{08F2F6FA-5ED9-2EFB-D770-5CDDC5B434E9}"/>
          </ac:cxnSpMkLst>
        </pc:cxnChg>
      </pc:sldChg>
      <pc:sldChg chg="add">
        <pc:chgData name="Schrader Sophie (XC-DX/ESP2 XC-DX/ECB1)" userId="S::ssc5hi@bosch.com::6f4ce1ed-facf-4ad0-865d-953d0941cca8" providerId="AD" clId="Web-{53CAEB2E-C751-49D9-B290-7E9976CCA81D}" dt="2023-09-20T09:43:44.855" v="5"/>
        <pc:sldMkLst>
          <pc:docMk/>
          <pc:sldMk cId="2877504616" sldId="353"/>
        </pc:sldMkLst>
      </pc:sldChg>
      <pc:sldChg chg="add">
        <pc:chgData name="Schrader Sophie (XC-DX/ESP2 XC-DX/ECB1)" userId="S::ssc5hi@bosch.com::6f4ce1ed-facf-4ad0-865d-953d0941cca8" providerId="AD" clId="Web-{53CAEB2E-C751-49D9-B290-7E9976CCA81D}" dt="2023-09-20T10:59:32.594" v="52"/>
        <pc:sldMkLst>
          <pc:docMk/>
          <pc:sldMk cId="3311962633" sldId="354"/>
        </pc:sldMkLst>
      </pc:sldChg>
    </pc:docChg>
  </pc:docChgLst>
  <pc:docChgLst>
    <pc:chgData name="Pham Duc Duy (XC-DX/ESP2 XC-DX/ECB1)" userId="4013ad15-27c9-46a9-95c0-b3fcd894e67a" providerId="ADAL" clId="{0BE1EA5E-905A-483E-B5D2-44D2FF58DB7F}"/>
    <pc:docChg chg="undo custSel addSld delSld modSld sldOrd">
      <pc:chgData name="Pham Duc Duy (XC-DX/ESP2 XC-DX/ECB1)" userId="4013ad15-27c9-46a9-95c0-b3fcd894e67a" providerId="ADAL" clId="{0BE1EA5E-905A-483E-B5D2-44D2FF58DB7F}" dt="2023-09-20T11:26:42.358" v="4343" actId="20577"/>
      <pc:docMkLst>
        <pc:docMk/>
      </pc:docMkLst>
      <pc:sldChg chg="modSp mod">
        <pc:chgData name="Pham Duc Duy (XC-DX/ESP2 XC-DX/ECB1)" userId="4013ad15-27c9-46a9-95c0-b3fcd894e67a" providerId="ADAL" clId="{0BE1EA5E-905A-483E-B5D2-44D2FF58DB7F}" dt="2023-09-19T12:15:38.094" v="2906" actId="20577"/>
        <pc:sldMkLst>
          <pc:docMk/>
          <pc:sldMk cId="1716455107" sldId="292"/>
        </pc:sldMkLst>
        <pc:spChg chg="mod">
          <ac:chgData name="Pham Duc Duy (XC-DX/ESP2 XC-DX/ECB1)" userId="4013ad15-27c9-46a9-95c0-b3fcd894e67a" providerId="ADAL" clId="{0BE1EA5E-905A-483E-B5D2-44D2FF58DB7F}" dt="2023-09-19T12:15:38.094" v="2906" actId="20577"/>
          <ac:spMkLst>
            <pc:docMk/>
            <pc:sldMk cId="1716455107" sldId="292"/>
            <ac:spMk id="6" creationId="{0F37AD75-8A17-992B-D590-FA013AA0AFA3}"/>
          </ac:spMkLst>
        </pc:spChg>
      </pc:sldChg>
      <pc:sldChg chg="addSp modSp del mod">
        <pc:chgData name="Pham Duc Duy (XC-DX/ESP2 XC-DX/ECB1)" userId="4013ad15-27c9-46a9-95c0-b3fcd894e67a" providerId="ADAL" clId="{0BE1EA5E-905A-483E-B5D2-44D2FF58DB7F}" dt="2023-09-19T06:04:04.519" v="175" actId="47"/>
        <pc:sldMkLst>
          <pc:docMk/>
          <pc:sldMk cId="2479455152" sldId="324"/>
        </pc:sldMkLst>
        <pc:spChg chg="mod">
          <ac:chgData name="Pham Duc Duy (XC-DX/ESP2 XC-DX/ECB1)" userId="4013ad15-27c9-46a9-95c0-b3fcd894e67a" providerId="ADAL" clId="{0BE1EA5E-905A-483E-B5D2-44D2FF58DB7F}" dt="2023-09-19T06:03:56.665" v="174" actId="20577"/>
          <ac:spMkLst>
            <pc:docMk/>
            <pc:sldMk cId="2479455152" sldId="324"/>
            <ac:spMk id="5" creationId="{00000000-0000-0000-0000-000000000000}"/>
          </ac:spMkLst>
        </pc:spChg>
        <pc:spChg chg="add mod">
          <ac:chgData name="Pham Duc Duy (XC-DX/ESP2 XC-DX/ECB1)" userId="4013ad15-27c9-46a9-95c0-b3fcd894e67a" providerId="ADAL" clId="{0BE1EA5E-905A-483E-B5D2-44D2FF58DB7F}" dt="2023-09-19T06:02:39.275" v="96" actId="1076"/>
          <ac:spMkLst>
            <pc:docMk/>
            <pc:sldMk cId="2479455152" sldId="324"/>
            <ac:spMk id="6" creationId="{CBB333B9-4DA6-3C3F-C1C2-B7462BF2B3BE}"/>
          </ac:spMkLst>
        </pc:spChg>
        <pc:spChg chg="add mod">
          <ac:chgData name="Pham Duc Duy (XC-DX/ESP2 XC-DX/ECB1)" userId="4013ad15-27c9-46a9-95c0-b3fcd894e67a" providerId="ADAL" clId="{0BE1EA5E-905A-483E-B5D2-44D2FF58DB7F}" dt="2023-09-19T06:02:39.275" v="96" actId="1076"/>
          <ac:spMkLst>
            <pc:docMk/>
            <pc:sldMk cId="2479455152" sldId="324"/>
            <ac:spMk id="7" creationId="{82A1CEBD-4F3A-D8C6-AD81-0517B65C8A23}"/>
          </ac:spMkLst>
        </pc:spChg>
      </pc:sldChg>
      <pc:sldChg chg="delSp modSp add mod modAnim">
        <pc:chgData name="Pham Duc Duy (XC-DX/ESP2 XC-DX/ECB1)" userId="4013ad15-27c9-46a9-95c0-b3fcd894e67a" providerId="ADAL" clId="{0BE1EA5E-905A-483E-B5D2-44D2FF58DB7F}" dt="2023-09-20T11:26:42.358" v="4343" actId="20577"/>
        <pc:sldMkLst>
          <pc:docMk/>
          <pc:sldMk cId="2864997213" sldId="326"/>
        </pc:sldMkLst>
        <pc:spChg chg="mod">
          <ac:chgData name="Pham Duc Duy (XC-DX/ESP2 XC-DX/ECB1)" userId="4013ad15-27c9-46a9-95c0-b3fcd894e67a" providerId="ADAL" clId="{0BE1EA5E-905A-483E-B5D2-44D2FF58DB7F}" dt="2023-09-20T06:52:35.436" v="3766" actId="20577"/>
          <ac:spMkLst>
            <pc:docMk/>
            <pc:sldMk cId="2864997213" sldId="326"/>
            <ac:spMk id="3" creationId="{00000000-0000-0000-0000-000000000000}"/>
          </ac:spMkLst>
        </pc:spChg>
        <pc:spChg chg="mod ord">
          <ac:chgData name="Pham Duc Duy (XC-DX/ESP2 XC-DX/ECB1)" userId="4013ad15-27c9-46a9-95c0-b3fcd894e67a" providerId="ADAL" clId="{0BE1EA5E-905A-483E-B5D2-44D2FF58DB7F}" dt="2023-09-20T11:26:42.358" v="4343" actId="20577"/>
          <ac:spMkLst>
            <pc:docMk/>
            <pc:sldMk cId="2864997213" sldId="326"/>
            <ac:spMk id="5" creationId="{00000000-0000-0000-0000-000000000000}"/>
          </ac:spMkLst>
        </pc:spChg>
        <pc:spChg chg="del">
          <ac:chgData name="Pham Duc Duy (XC-DX/ESP2 XC-DX/ECB1)" userId="4013ad15-27c9-46a9-95c0-b3fcd894e67a" providerId="ADAL" clId="{0BE1EA5E-905A-483E-B5D2-44D2FF58DB7F}" dt="2023-09-19T06:06:49.001" v="312" actId="478"/>
          <ac:spMkLst>
            <pc:docMk/>
            <pc:sldMk cId="2864997213" sldId="326"/>
            <ac:spMk id="6" creationId="{CBB333B9-4DA6-3C3F-C1C2-B7462BF2B3BE}"/>
          </ac:spMkLst>
        </pc:spChg>
        <pc:spChg chg="del">
          <ac:chgData name="Pham Duc Duy (XC-DX/ESP2 XC-DX/ECB1)" userId="4013ad15-27c9-46a9-95c0-b3fcd894e67a" providerId="ADAL" clId="{0BE1EA5E-905A-483E-B5D2-44D2FF58DB7F}" dt="2023-09-19T06:06:50.169" v="313" actId="478"/>
          <ac:spMkLst>
            <pc:docMk/>
            <pc:sldMk cId="2864997213" sldId="326"/>
            <ac:spMk id="7" creationId="{82A1CEBD-4F3A-D8C6-AD81-0517B65C8A23}"/>
          </ac:spMkLst>
        </pc:spChg>
      </pc:sldChg>
      <pc:sldChg chg="addSp delSp modSp add mod ord modAnim">
        <pc:chgData name="Pham Duc Duy (XC-DX/ESP2 XC-DX/ECB1)" userId="4013ad15-27c9-46a9-95c0-b3fcd894e67a" providerId="ADAL" clId="{0BE1EA5E-905A-483E-B5D2-44D2FF58DB7F}" dt="2023-09-20T07:15:25.166" v="4181" actId="20577"/>
        <pc:sldMkLst>
          <pc:docMk/>
          <pc:sldMk cId="2451133990" sldId="327"/>
        </pc:sldMkLst>
        <pc:spChg chg="mod">
          <ac:chgData name="Pham Duc Duy (XC-DX/ESP2 XC-DX/ECB1)" userId="4013ad15-27c9-46a9-95c0-b3fcd894e67a" providerId="ADAL" clId="{0BE1EA5E-905A-483E-B5D2-44D2FF58DB7F}" dt="2023-09-19T07:21:21.530" v="1494" actId="20577"/>
          <ac:spMkLst>
            <pc:docMk/>
            <pc:sldMk cId="2451133990" sldId="327"/>
            <ac:spMk id="2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7:15:25.166" v="4181" actId="20577"/>
          <ac:spMkLst>
            <pc:docMk/>
            <pc:sldMk cId="2451133990" sldId="327"/>
            <ac:spMk id="5" creationId="{00000000-0000-0000-0000-000000000000}"/>
          </ac:spMkLst>
        </pc:spChg>
        <pc:spChg chg="del">
          <ac:chgData name="Pham Duc Duy (XC-DX/ESP2 XC-DX/ECB1)" userId="4013ad15-27c9-46a9-95c0-b3fcd894e67a" providerId="ADAL" clId="{0BE1EA5E-905A-483E-B5D2-44D2FF58DB7F}" dt="2023-09-19T07:21:26.666" v="1495" actId="478"/>
          <ac:spMkLst>
            <pc:docMk/>
            <pc:sldMk cId="2451133990" sldId="327"/>
            <ac:spMk id="6" creationId="{CBB333B9-4DA6-3C3F-C1C2-B7462BF2B3BE}"/>
          </ac:spMkLst>
        </pc:spChg>
        <pc:spChg chg="del">
          <ac:chgData name="Pham Duc Duy (XC-DX/ESP2 XC-DX/ECB1)" userId="4013ad15-27c9-46a9-95c0-b3fcd894e67a" providerId="ADAL" clId="{0BE1EA5E-905A-483E-B5D2-44D2FF58DB7F}" dt="2023-09-19T07:21:27.714" v="1496" actId="478"/>
          <ac:spMkLst>
            <pc:docMk/>
            <pc:sldMk cId="2451133990" sldId="327"/>
            <ac:spMk id="7" creationId="{82A1CEBD-4F3A-D8C6-AD81-0517B65C8A23}"/>
          </ac:spMkLst>
        </pc:spChg>
        <pc:spChg chg="add mod">
          <ac:chgData name="Pham Duc Duy (XC-DX/ESP2 XC-DX/ECB1)" userId="4013ad15-27c9-46a9-95c0-b3fcd894e67a" providerId="ADAL" clId="{0BE1EA5E-905A-483E-B5D2-44D2FF58DB7F}" dt="2023-09-20T07:11:16.477" v="4127" actId="14100"/>
          <ac:spMkLst>
            <pc:docMk/>
            <pc:sldMk cId="2451133990" sldId="327"/>
            <ac:spMk id="9" creationId="{B8E49671-F88D-F4F2-8995-F95E641C9B23}"/>
          </ac:spMkLst>
        </pc:spChg>
        <pc:spChg chg="add mod">
          <ac:chgData name="Pham Duc Duy (XC-DX/ESP2 XC-DX/ECB1)" userId="4013ad15-27c9-46a9-95c0-b3fcd894e67a" providerId="ADAL" clId="{0BE1EA5E-905A-483E-B5D2-44D2FF58DB7F}" dt="2023-09-20T07:04:07.299" v="3940" actId="164"/>
          <ac:spMkLst>
            <pc:docMk/>
            <pc:sldMk cId="2451133990" sldId="327"/>
            <ac:spMk id="10" creationId="{18EE7E0E-A423-559E-0D69-5A61E9E9DD83}"/>
          </ac:spMkLst>
        </pc:spChg>
        <pc:spChg chg="add mod">
          <ac:chgData name="Pham Duc Duy (XC-DX/ESP2 XC-DX/ECB1)" userId="4013ad15-27c9-46a9-95c0-b3fcd894e67a" providerId="ADAL" clId="{0BE1EA5E-905A-483E-B5D2-44D2FF58DB7F}" dt="2023-09-20T07:04:07.299" v="3940" actId="164"/>
          <ac:spMkLst>
            <pc:docMk/>
            <pc:sldMk cId="2451133990" sldId="327"/>
            <ac:spMk id="11" creationId="{F5273C83-61E0-E9B2-3C13-E0A908AF1A92}"/>
          </ac:spMkLst>
        </pc:spChg>
        <pc:spChg chg="add mod">
          <ac:chgData name="Pham Duc Duy (XC-DX/ESP2 XC-DX/ECB1)" userId="4013ad15-27c9-46a9-95c0-b3fcd894e67a" providerId="ADAL" clId="{0BE1EA5E-905A-483E-B5D2-44D2FF58DB7F}" dt="2023-09-20T07:04:07.299" v="3940" actId="164"/>
          <ac:spMkLst>
            <pc:docMk/>
            <pc:sldMk cId="2451133990" sldId="327"/>
            <ac:spMk id="12" creationId="{0CE3DE1F-3F1F-00CD-8292-990193AA553A}"/>
          </ac:spMkLst>
        </pc:spChg>
        <pc:spChg chg="add del">
          <ac:chgData name="Pham Duc Duy (XC-DX/ESP2 XC-DX/ECB1)" userId="4013ad15-27c9-46a9-95c0-b3fcd894e67a" providerId="ADAL" clId="{0BE1EA5E-905A-483E-B5D2-44D2FF58DB7F}" dt="2023-09-20T06:58:16.669" v="3864" actId="478"/>
          <ac:spMkLst>
            <pc:docMk/>
            <pc:sldMk cId="2451133990" sldId="327"/>
            <ac:spMk id="22" creationId="{3713FCD7-B761-7CB4-E757-F8A70C80AB57}"/>
          </ac:spMkLst>
        </pc:spChg>
        <pc:spChg chg="add mod">
          <ac:chgData name="Pham Duc Duy (XC-DX/ESP2 XC-DX/ECB1)" userId="4013ad15-27c9-46a9-95c0-b3fcd894e67a" providerId="ADAL" clId="{0BE1EA5E-905A-483E-B5D2-44D2FF58DB7F}" dt="2023-09-20T07:04:07.299" v="3940" actId="164"/>
          <ac:spMkLst>
            <pc:docMk/>
            <pc:sldMk cId="2451133990" sldId="327"/>
            <ac:spMk id="29" creationId="{8EA931FA-14C4-479B-8B84-76E4807DC557}"/>
          </ac:spMkLst>
        </pc:spChg>
        <pc:spChg chg="add mod">
          <ac:chgData name="Pham Duc Duy (XC-DX/ESP2 XC-DX/ECB1)" userId="4013ad15-27c9-46a9-95c0-b3fcd894e67a" providerId="ADAL" clId="{0BE1EA5E-905A-483E-B5D2-44D2FF58DB7F}" dt="2023-09-20T07:09:31.800" v="4105" actId="1037"/>
          <ac:spMkLst>
            <pc:docMk/>
            <pc:sldMk cId="2451133990" sldId="327"/>
            <ac:spMk id="30" creationId="{74DD7A23-9FA4-089A-7495-590B232579AD}"/>
          </ac:spMkLst>
        </pc:spChg>
        <pc:spChg chg="add mod">
          <ac:chgData name="Pham Duc Duy (XC-DX/ESP2 XC-DX/ECB1)" userId="4013ad15-27c9-46a9-95c0-b3fcd894e67a" providerId="ADAL" clId="{0BE1EA5E-905A-483E-B5D2-44D2FF58DB7F}" dt="2023-09-20T07:09:38.926" v="4107" actId="1076"/>
          <ac:spMkLst>
            <pc:docMk/>
            <pc:sldMk cId="2451133990" sldId="327"/>
            <ac:spMk id="31" creationId="{142C4779-1338-D37C-6572-8ABF957D6B40}"/>
          </ac:spMkLst>
        </pc:spChg>
        <pc:spChg chg="add mod">
          <ac:chgData name="Pham Duc Duy (XC-DX/ESP2 XC-DX/ECB1)" userId="4013ad15-27c9-46a9-95c0-b3fcd894e67a" providerId="ADAL" clId="{0BE1EA5E-905A-483E-B5D2-44D2FF58DB7F}" dt="2023-09-20T07:11:24.937" v="4135" actId="1038"/>
          <ac:spMkLst>
            <pc:docMk/>
            <pc:sldMk cId="2451133990" sldId="327"/>
            <ac:spMk id="47" creationId="{B33D2A40-F542-3CF7-57DC-E031DDD82102}"/>
          </ac:spMkLst>
        </pc:spChg>
        <pc:spChg chg="add mod">
          <ac:chgData name="Pham Duc Duy (XC-DX/ESP2 XC-DX/ECB1)" userId="4013ad15-27c9-46a9-95c0-b3fcd894e67a" providerId="ADAL" clId="{0BE1EA5E-905A-483E-B5D2-44D2FF58DB7F}" dt="2023-09-20T07:10:36.621" v="4120" actId="1076"/>
          <ac:spMkLst>
            <pc:docMk/>
            <pc:sldMk cId="2451133990" sldId="327"/>
            <ac:spMk id="48" creationId="{4CE69D64-303B-8F93-77AE-8F43E1EF9751}"/>
          </ac:spMkLst>
        </pc:spChg>
        <pc:spChg chg="mod">
          <ac:chgData name="Pham Duc Duy (XC-DX/ESP2 XC-DX/ECB1)" userId="4013ad15-27c9-46a9-95c0-b3fcd894e67a" providerId="ADAL" clId="{0BE1EA5E-905A-483E-B5D2-44D2FF58DB7F}" dt="2023-09-20T07:14:10.561" v="4161" actId="20577"/>
          <ac:spMkLst>
            <pc:docMk/>
            <pc:sldMk cId="2451133990" sldId="327"/>
            <ac:spMk id="69" creationId="{9A07AD86-DEAB-FCC4-B349-A6B5EB68E402}"/>
          </ac:spMkLst>
        </pc:spChg>
        <pc:spChg chg="mod">
          <ac:chgData name="Pham Duc Duy (XC-DX/ESP2 XC-DX/ECB1)" userId="4013ad15-27c9-46a9-95c0-b3fcd894e67a" providerId="ADAL" clId="{0BE1EA5E-905A-483E-B5D2-44D2FF58DB7F}" dt="2023-09-20T07:14:35.397" v="4168" actId="20577"/>
          <ac:spMkLst>
            <pc:docMk/>
            <pc:sldMk cId="2451133990" sldId="327"/>
            <ac:spMk id="70" creationId="{EC9F502C-FDD4-1E97-79E8-3DA9FE162122}"/>
          </ac:spMkLst>
        </pc:spChg>
        <pc:spChg chg="mod">
          <ac:chgData name="Pham Duc Duy (XC-DX/ESP2 XC-DX/ECB1)" userId="4013ad15-27c9-46a9-95c0-b3fcd894e67a" providerId="ADAL" clId="{0BE1EA5E-905A-483E-B5D2-44D2FF58DB7F}" dt="2023-09-20T07:14:30.480" v="4167" actId="20577"/>
          <ac:spMkLst>
            <pc:docMk/>
            <pc:sldMk cId="2451133990" sldId="327"/>
            <ac:spMk id="71" creationId="{D4AE2095-389D-CC1B-5BB5-E9645EB40693}"/>
          </ac:spMkLst>
        </pc:spChg>
        <pc:spChg chg="mod">
          <ac:chgData name="Pham Duc Duy (XC-DX/ESP2 XC-DX/ECB1)" userId="4013ad15-27c9-46a9-95c0-b3fcd894e67a" providerId="ADAL" clId="{0BE1EA5E-905A-483E-B5D2-44D2FF58DB7F}" dt="2023-09-20T07:14:06.586" v="4159" actId="2085"/>
          <ac:spMkLst>
            <pc:docMk/>
            <pc:sldMk cId="2451133990" sldId="327"/>
            <ac:spMk id="72" creationId="{2650362D-0E2C-B91D-0921-332EBADC2E68}"/>
          </ac:spMkLst>
        </pc:spChg>
        <pc:grpChg chg="add mod">
          <ac:chgData name="Pham Duc Duy (XC-DX/ESP2 XC-DX/ECB1)" userId="4013ad15-27c9-46a9-95c0-b3fcd894e67a" providerId="ADAL" clId="{0BE1EA5E-905A-483E-B5D2-44D2FF58DB7F}" dt="2023-09-20T07:09:31.800" v="4105" actId="1037"/>
          <ac:grpSpMkLst>
            <pc:docMk/>
            <pc:sldMk cId="2451133990" sldId="327"/>
            <ac:grpSpMk id="37" creationId="{0B8BC67E-1AE8-3896-43DC-38840AD1954D}"/>
          </ac:grpSpMkLst>
        </pc:grpChg>
        <pc:grpChg chg="add mod">
          <ac:chgData name="Pham Duc Duy (XC-DX/ESP2 XC-DX/ECB1)" userId="4013ad15-27c9-46a9-95c0-b3fcd894e67a" providerId="ADAL" clId="{0BE1EA5E-905A-483E-B5D2-44D2FF58DB7F}" dt="2023-09-20T07:12:37.966" v="4145" actId="164"/>
          <ac:grpSpMkLst>
            <pc:docMk/>
            <pc:sldMk cId="2451133990" sldId="327"/>
            <ac:grpSpMk id="67" creationId="{92E35FD2-4D4A-6E62-C70D-3D93034C9DB9}"/>
          </ac:grpSpMkLst>
        </pc:grpChg>
        <pc:grpChg chg="add mod">
          <ac:chgData name="Pham Duc Duy (XC-DX/ESP2 XC-DX/ECB1)" userId="4013ad15-27c9-46a9-95c0-b3fcd894e67a" providerId="ADAL" clId="{0BE1EA5E-905A-483E-B5D2-44D2FF58DB7F}" dt="2023-09-20T07:13:45.752" v="4156" actId="1076"/>
          <ac:grpSpMkLst>
            <pc:docMk/>
            <pc:sldMk cId="2451133990" sldId="327"/>
            <ac:grpSpMk id="68" creationId="{736E52A1-0F0D-3134-F853-9EFDE456A942}"/>
          </ac:grpSpMkLst>
        </pc:grpChg>
        <pc:picChg chg="add mod">
          <ac:chgData name="Pham Duc Duy (XC-DX/ESP2 XC-DX/ECB1)" userId="4013ad15-27c9-46a9-95c0-b3fcd894e67a" providerId="ADAL" clId="{0BE1EA5E-905A-483E-B5D2-44D2FF58DB7F}" dt="2023-09-20T07:09:34.424" v="4106" actId="1076"/>
          <ac:picMkLst>
            <pc:docMk/>
            <pc:sldMk cId="2451133990" sldId="327"/>
            <ac:picMk id="8" creationId="{8B963AB3-7393-F5F5-E7B3-C9E21220FCE0}"/>
          </ac:picMkLst>
        </pc:picChg>
        <pc:cxnChg chg="add mod">
          <ac:chgData name="Pham Duc Duy (XC-DX/ESP2 XC-DX/ECB1)" userId="4013ad15-27c9-46a9-95c0-b3fcd894e67a" providerId="ADAL" clId="{0BE1EA5E-905A-483E-B5D2-44D2FF58DB7F}" dt="2023-09-20T07:12:37.966" v="4145" actId="164"/>
          <ac:cxnSpMkLst>
            <pc:docMk/>
            <pc:sldMk cId="2451133990" sldId="327"/>
            <ac:cxnSpMk id="14" creationId="{BE6A31C2-0985-D865-0DD7-BF8EF8583199}"/>
          </ac:cxnSpMkLst>
        </pc:cxnChg>
        <pc:cxnChg chg="add mod">
          <ac:chgData name="Pham Duc Duy (XC-DX/ESP2 XC-DX/ECB1)" userId="4013ad15-27c9-46a9-95c0-b3fcd894e67a" providerId="ADAL" clId="{0BE1EA5E-905A-483E-B5D2-44D2FF58DB7F}" dt="2023-09-20T07:12:37.966" v="4145" actId="164"/>
          <ac:cxnSpMkLst>
            <pc:docMk/>
            <pc:sldMk cId="2451133990" sldId="327"/>
            <ac:cxnSpMk id="15" creationId="{FFA1C7CD-CAA4-DA4C-E713-5084090AE68C}"/>
          </ac:cxnSpMkLst>
        </pc:cxnChg>
        <pc:cxnChg chg="add mod">
          <ac:chgData name="Pham Duc Duy (XC-DX/ESP2 XC-DX/ECB1)" userId="4013ad15-27c9-46a9-95c0-b3fcd894e67a" providerId="ADAL" clId="{0BE1EA5E-905A-483E-B5D2-44D2FF58DB7F}" dt="2023-09-20T07:12:37.966" v="4145" actId="164"/>
          <ac:cxnSpMkLst>
            <pc:docMk/>
            <pc:sldMk cId="2451133990" sldId="327"/>
            <ac:cxnSpMk id="19" creationId="{B0187AD1-6988-84D8-4937-EE9E34F10660}"/>
          </ac:cxnSpMkLst>
        </pc:cxnChg>
        <pc:cxnChg chg="add mod">
          <ac:chgData name="Pham Duc Duy (XC-DX/ESP2 XC-DX/ECB1)" userId="4013ad15-27c9-46a9-95c0-b3fcd894e67a" providerId="ADAL" clId="{0BE1EA5E-905A-483E-B5D2-44D2FF58DB7F}" dt="2023-09-20T07:11:30.374" v="4136" actId="14100"/>
          <ac:cxnSpMkLst>
            <pc:docMk/>
            <pc:sldMk cId="2451133990" sldId="327"/>
            <ac:cxnSpMk id="52" creationId="{0763222F-B281-4434-714F-D35616EB710F}"/>
          </ac:cxnSpMkLst>
        </pc:cxnChg>
        <pc:cxnChg chg="add mod">
          <ac:chgData name="Pham Duc Duy (XC-DX/ESP2 XC-DX/ECB1)" userId="4013ad15-27c9-46a9-95c0-b3fcd894e67a" providerId="ADAL" clId="{0BE1EA5E-905A-483E-B5D2-44D2FF58DB7F}" dt="2023-09-20T07:11:24.937" v="4135" actId="1038"/>
          <ac:cxnSpMkLst>
            <pc:docMk/>
            <pc:sldMk cId="2451133990" sldId="327"/>
            <ac:cxnSpMk id="57" creationId="{C9C71D99-040F-D774-9577-83B343477BF8}"/>
          </ac:cxnSpMkLst>
        </pc:cxnChg>
      </pc:sldChg>
      <pc:sldChg chg="add del">
        <pc:chgData name="Pham Duc Duy (XC-DX/ESP2 XC-DX/ECB1)" userId="4013ad15-27c9-46a9-95c0-b3fcd894e67a" providerId="ADAL" clId="{0BE1EA5E-905A-483E-B5D2-44D2FF58DB7F}" dt="2023-09-19T11:46:05.237" v="2845" actId="47"/>
        <pc:sldMkLst>
          <pc:docMk/>
          <pc:sldMk cId="4216877252" sldId="328"/>
        </pc:sldMkLst>
      </pc:sldChg>
      <pc:sldChg chg="addSp delSp modSp add mod modAnim">
        <pc:chgData name="Pham Duc Duy (XC-DX/ESP2 XC-DX/ECB1)" userId="4013ad15-27c9-46a9-95c0-b3fcd894e67a" providerId="ADAL" clId="{0BE1EA5E-905A-483E-B5D2-44D2FF58DB7F}" dt="2023-09-20T07:20:24.045" v="4198"/>
        <pc:sldMkLst>
          <pc:docMk/>
          <pc:sldMk cId="203447126" sldId="329"/>
        </pc:sldMkLst>
        <pc:spChg chg="mod">
          <ac:chgData name="Pham Duc Duy (XC-DX/ESP2 XC-DX/ECB1)" userId="4013ad15-27c9-46a9-95c0-b3fcd894e67a" providerId="ADAL" clId="{0BE1EA5E-905A-483E-B5D2-44D2FF58DB7F}" dt="2023-09-19T08:21:47.127" v="1707" actId="20577"/>
          <ac:spMkLst>
            <pc:docMk/>
            <pc:sldMk cId="203447126" sldId="329"/>
            <ac:spMk id="2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6:52:39.947" v="3767" actId="20577"/>
          <ac:spMkLst>
            <pc:docMk/>
            <pc:sldMk cId="203447126" sldId="329"/>
            <ac:spMk id="3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19T08:21:56.728" v="1710" actId="20577"/>
          <ac:spMkLst>
            <pc:docMk/>
            <pc:sldMk cId="203447126" sldId="329"/>
            <ac:spMk id="5" creationId="{00000000-0000-0000-0000-000000000000}"/>
          </ac:spMkLst>
        </pc:spChg>
        <pc:spChg chg="del">
          <ac:chgData name="Pham Duc Duy (XC-DX/ESP2 XC-DX/ECB1)" userId="4013ad15-27c9-46a9-95c0-b3fcd894e67a" providerId="ADAL" clId="{0BE1EA5E-905A-483E-B5D2-44D2FF58DB7F}" dt="2023-09-19T08:22:26.055" v="1711" actId="478"/>
          <ac:spMkLst>
            <pc:docMk/>
            <pc:sldMk cId="203447126" sldId="329"/>
            <ac:spMk id="6" creationId="{CBB333B9-4DA6-3C3F-C1C2-B7462BF2B3BE}"/>
          </ac:spMkLst>
        </pc:spChg>
        <pc:spChg chg="del">
          <ac:chgData name="Pham Duc Duy (XC-DX/ESP2 XC-DX/ECB1)" userId="4013ad15-27c9-46a9-95c0-b3fcd894e67a" providerId="ADAL" clId="{0BE1EA5E-905A-483E-B5D2-44D2FF58DB7F}" dt="2023-09-19T08:22:27.375" v="1712" actId="478"/>
          <ac:spMkLst>
            <pc:docMk/>
            <pc:sldMk cId="203447126" sldId="329"/>
            <ac:spMk id="7" creationId="{82A1CEBD-4F3A-D8C6-AD81-0517B65C8A23}"/>
          </ac:spMkLst>
        </pc:spChg>
        <pc:spChg chg="add mod">
          <ac:chgData name="Pham Duc Duy (XC-DX/ESP2 XC-DX/ECB1)" userId="4013ad15-27c9-46a9-95c0-b3fcd894e67a" providerId="ADAL" clId="{0BE1EA5E-905A-483E-B5D2-44D2FF58DB7F}" dt="2023-09-19T08:22:34.068" v="1714" actId="1076"/>
          <ac:spMkLst>
            <pc:docMk/>
            <pc:sldMk cId="203447126" sldId="329"/>
            <ac:spMk id="8" creationId="{7B0FC823-27AD-68FB-C110-50D743C2CD8D}"/>
          </ac:spMkLst>
        </pc:spChg>
        <pc:spChg chg="add mod">
          <ac:chgData name="Pham Duc Duy (XC-DX/ESP2 XC-DX/ECB1)" userId="4013ad15-27c9-46a9-95c0-b3fcd894e67a" providerId="ADAL" clId="{0BE1EA5E-905A-483E-B5D2-44D2FF58DB7F}" dt="2023-09-19T08:22:34.068" v="1714" actId="1076"/>
          <ac:spMkLst>
            <pc:docMk/>
            <pc:sldMk cId="203447126" sldId="329"/>
            <ac:spMk id="9" creationId="{29C6EFEE-AB97-76F1-C502-5EB17058FD01}"/>
          </ac:spMkLst>
        </pc:spChg>
        <pc:spChg chg="add mod">
          <ac:chgData name="Pham Duc Duy (XC-DX/ESP2 XC-DX/ECB1)" userId="4013ad15-27c9-46a9-95c0-b3fcd894e67a" providerId="ADAL" clId="{0BE1EA5E-905A-483E-B5D2-44D2FF58DB7F}" dt="2023-09-19T08:22:34.068" v="1714" actId="1076"/>
          <ac:spMkLst>
            <pc:docMk/>
            <pc:sldMk cId="203447126" sldId="329"/>
            <ac:spMk id="10" creationId="{D0A1788C-EA7E-3333-B64D-7D42C2CA0761}"/>
          </ac:spMkLst>
        </pc:spChg>
        <pc:spChg chg="add mod">
          <ac:chgData name="Pham Duc Duy (XC-DX/ESP2 XC-DX/ECB1)" userId="4013ad15-27c9-46a9-95c0-b3fcd894e67a" providerId="ADAL" clId="{0BE1EA5E-905A-483E-B5D2-44D2FF58DB7F}" dt="2023-09-19T13:42:16.769" v="2909" actId="1076"/>
          <ac:spMkLst>
            <pc:docMk/>
            <pc:sldMk cId="203447126" sldId="329"/>
            <ac:spMk id="13" creationId="{4BE0978F-B852-6010-0741-B6CF8742806C}"/>
          </ac:spMkLst>
        </pc:spChg>
        <pc:spChg chg="add del mod">
          <ac:chgData name="Pham Duc Duy (XC-DX/ESP2 XC-DX/ECB1)" userId="4013ad15-27c9-46a9-95c0-b3fcd894e67a" providerId="ADAL" clId="{0BE1EA5E-905A-483E-B5D2-44D2FF58DB7F}" dt="2023-09-19T13:42:42.532" v="2916" actId="20577"/>
          <ac:spMkLst>
            <pc:docMk/>
            <pc:sldMk cId="203447126" sldId="329"/>
            <ac:spMk id="19" creationId="{6210D274-A4BC-6F5D-43E0-B0DEDD41770F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3" creationId="{316B5448-77AE-0FA3-14D5-B143C6BD65F4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4" creationId="{23C0F464-77B4-B9A9-21EF-4A723CD1D581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5" creationId="{CB2A2846-45D8-BE42-90B8-7A4CBB67978B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6" creationId="{B8E4AA9A-7D39-F6ED-837B-1488CB9E785A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7" creationId="{90A6E003-363D-97EB-9009-A2F30A92EFA5}"/>
          </ac:spMkLst>
        </pc:spChg>
        <pc:spChg chg="add mod">
          <ac:chgData name="Pham Duc Duy (XC-DX/ESP2 XC-DX/ECB1)" userId="4013ad15-27c9-46a9-95c0-b3fcd894e67a" providerId="ADAL" clId="{0BE1EA5E-905A-483E-B5D2-44D2FF58DB7F}" dt="2023-09-20T06:44:19.132" v="3045" actId="164"/>
          <ac:spMkLst>
            <pc:docMk/>
            <pc:sldMk cId="203447126" sldId="329"/>
            <ac:spMk id="38" creationId="{BE4F2659-82A2-EB9F-36C5-B1F672226A46}"/>
          </ac:spMkLst>
        </pc:spChg>
        <pc:grpChg chg="add mod ord">
          <ac:chgData name="Pham Duc Duy (XC-DX/ESP2 XC-DX/ECB1)" userId="4013ad15-27c9-46a9-95c0-b3fcd894e67a" providerId="ADAL" clId="{0BE1EA5E-905A-483E-B5D2-44D2FF58DB7F}" dt="2023-09-20T07:19:41.635" v="4186" actId="167"/>
          <ac:grpSpMkLst>
            <pc:docMk/>
            <pc:sldMk cId="203447126" sldId="329"/>
            <ac:grpSpMk id="32" creationId="{DD0368F6-ACB3-9523-7D31-6FF3B68CCCC3}"/>
          </ac:grpSpMkLst>
        </pc:grpChg>
        <pc:grpChg chg="add mod">
          <ac:chgData name="Pham Duc Duy (XC-DX/ESP2 XC-DX/ECB1)" userId="4013ad15-27c9-46a9-95c0-b3fcd894e67a" providerId="ADAL" clId="{0BE1EA5E-905A-483E-B5D2-44D2FF58DB7F}" dt="2023-09-20T06:44:19.132" v="3045" actId="164"/>
          <ac:grpSpMkLst>
            <pc:docMk/>
            <pc:sldMk cId="203447126" sldId="329"/>
            <ac:grpSpMk id="39" creationId="{1B4BFF3C-02CA-5A83-CB18-1DC223C65E1F}"/>
          </ac:grpSpMkLst>
        </pc:grpChg>
        <pc:picChg chg="add del mod">
          <ac:chgData name="Pham Duc Duy (XC-DX/ESP2 XC-DX/ECB1)" userId="4013ad15-27c9-46a9-95c0-b3fcd894e67a" providerId="ADAL" clId="{0BE1EA5E-905A-483E-B5D2-44D2FF58DB7F}" dt="2023-09-20T07:19:43.884" v="4187" actId="478"/>
          <ac:picMkLst>
            <pc:docMk/>
            <pc:sldMk cId="203447126" sldId="329"/>
            <ac:picMk id="20" creationId="{0A191F5B-216F-19B7-7505-8CAC5F4B487E}"/>
          </ac:picMkLst>
        </pc:picChg>
        <pc:picChg chg="add del mod">
          <ac:chgData name="Pham Duc Duy (XC-DX/ESP2 XC-DX/ECB1)" userId="4013ad15-27c9-46a9-95c0-b3fcd894e67a" providerId="ADAL" clId="{0BE1EA5E-905A-483E-B5D2-44D2FF58DB7F}" dt="2023-09-20T07:19:44.739" v="4188" actId="478"/>
          <ac:picMkLst>
            <pc:docMk/>
            <pc:sldMk cId="203447126" sldId="329"/>
            <ac:picMk id="21" creationId="{BB3C745A-D257-D767-E508-2B0DBB88B469}"/>
          </ac:picMkLst>
        </pc:picChg>
        <pc:picChg chg="add del mod">
          <ac:chgData name="Pham Duc Duy (XC-DX/ESP2 XC-DX/ECB1)" userId="4013ad15-27c9-46a9-95c0-b3fcd894e67a" providerId="ADAL" clId="{0BE1EA5E-905A-483E-B5D2-44D2FF58DB7F}" dt="2023-09-20T07:19:45.628" v="4189" actId="478"/>
          <ac:picMkLst>
            <pc:docMk/>
            <pc:sldMk cId="203447126" sldId="329"/>
            <ac:picMk id="22" creationId="{35A48444-86CF-074A-A3AC-081D860E4D62}"/>
          </ac:picMkLst>
        </pc:picChg>
        <pc:picChg chg="add del mod">
          <ac:chgData name="Pham Duc Duy (XC-DX/ESP2 XC-DX/ECB1)" userId="4013ad15-27c9-46a9-95c0-b3fcd894e67a" providerId="ADAL" clId="{0BE1EA5E-905A-483E-B5D2-44D2FF58DB7F}" dt="2023-09-20T07:19:46.337" v="4190" actId="478"/>
          <ac:picMkLst>
            <pc:docMk/>
            <pc:sldMk cId="203447126" sldId="329"/>
            <ac:picMk id="23" creationId="{66823BB9-FB36-47AD-B6AC-CEDF85F1159A}"/>
          </ac:picMkLst>
        </pc:picChg>
        <pc:picChg chg="add del mod">
          <ac:chgData name="Pham Duc Duy (XC-DX/ESP2 XC-DX/ECB1)" userId="4013ad15-27c9-46a9-95c0-b3fcd894e67a" providerId="ADAL" clId="{0BE1EA5E-905A-483E-B5D2-44D2FF58DB7F}" dt="2023-09-20T07:19:47.078" v="4191" actId="478"/>
          <ac:picMkLst>
            <pc:docMk/>
            <pc:sldMk cId="203447126" sldId="329"/>
            <ac:picMk id="24" creationId="{F041B393-F54C-4D0F-2F60-336865BE5011}"/>
          </ac:picMkLst>
        </pc:picChg>
        <pc:picChg chg="add del mod">
          <ac:chgData name="Pham Duc Duy (XC-DX/ESP2 XC-DX/ECB1)" userId="4013ad15-27c9-46a9-95c0-b3fcd894e67a" providerId="ADAL" clId="{0BE1EA5E-905A-483E-B5D2-44D2FF58DB7F}" dt="2023-09-20T07:19:47.897" v="4192" actId="478"/>
          <ac:picMkLst>
            <pc:docMk/>
            <pc:sldMk cId="203447126" sldId="329"/>
            <ac:picMk id="25" creationId="{F61C83D3-A341-28EE-5916-3C9DA44842B8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26" creationId="{A818A642-EE8D-29CC-5908-281BF4E5871C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27" creationId="{F3434752-6DD0-F5BA-EF3A-08091363AC8D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28" creationId="{834985FE-62F7-4E76-2488-58C6D84B5022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29" creationId="{DBCB49D8-586A-C392-0C5A-22A72B803D98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30" creationId="{4E17CBEC-4103-A6C3-E3A0-41FD59EE2822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8:07.670" v="2856" actId="164"/>
          <ac:picMkLst>
            <pc:docMk/>
            <pc:sldMk cId="203447126" sldId="329"/>
            <ac:picMk id="31" creationId="{20AB99CC-58E3-860E-9C18-BD4B520D9C31}"/>
          </ac:picMkLst>
        </pc:picChg>
        <pc:cxnChg chg="add mod">
          <ac:chgData name="Pham Duc Duy (XC-DX/ESP2 XC-DX/ECB1)" userId="4013ad15-27c9-46a9-95c0-b3fcd894e67a" providerId="ADAL" clId="{0BE1EA5E-905A-483E-B5D2-44D2FF58DB7F}" dt="2023-09-19T08:22:34.068" v="1714" actId="1076"/>
          <ac:cxnSpMkLst>
            <pc:docMk/>
            <pc:sldMk cId="203447126" sldId="329"/>
            <ac:cxnSpMk id="11" creationId="{CD4085C2-2C3C-1C3E-34F5-EB2EF061032E}"/>
          </ac:cxnSpMkLst>
        </pc:cxnChg>
        <pc:cxnChg chg="add mod">
          <ac:chgData name="Pham Duc Duy (XC-DX/ESP2 XC-DX/ECB1)" userId="4013ad15-27c9-46a9-95c0-b3fcd894e67a" providerId="ADAL" clId="{0BE1EA5E-905A-483E-B5D2-44D2FF58DB7F}" dt="2023-09-19T08:22:34.068" v="1714" actId="1076"/>
          <ac:cxnSpMkLst>
            <pc:docMk/>
            <pc:sldMk cId="203447126" sldId="329"/>
            <ac:cxnSpMk id="12" creationId="{E4342253-0466-4001-F1D6-BE2A9BE3CE59}"/>
          </ac:cxnSpMkLst>
        </pc:cxnChg>
        <pc:cxnChg chg="add mod">
          <ac:chgData name="Pham Duc Duy (XC-DX/ESP2 XC-DX/ECB1)" userId="4013ad15-27c9-46a9-95c0-b3fcd894e67a" providerId="ADAL" clId="{0BE1EA5E-905A-483E-B5D2-44D2FF58DB7F}" dt="2023-09-19T13:42:13.379" v="2908" actId="1076"/>
          <ac:cxnSpMkLst>
            <pc:docMk/>
            <pc:sldMk cId="203447126" sldId="329"/>
            <ac:cxnSpMk id="14" creationId="{D6117D09-F0A3-35AF-5595-513FB8BC9CF5}"/>
          </ac:cxnSpMkLst>
        </pc:cxnChg>
        <pc:cxnChg chg="add mod">
          <ac:chgData name="Pham Duc Duy (XC-DX/ESP2 XC-DX/ECB1)" userId="4013ad15-27c9-46a9-95c0-b3fcd894e67a" providerId="ADAL" clId="{0BE1EA5E-905A-483E-B5D2-44D2FF58DB7F}" dt="2023-09-19T08:23:12.257" v="1719" actId="1076"/>
          <ac:cxnSpMkLst>
            <pc:docMk/>
            <pc:sldMk cId="203447126" sldId="329"/>
            <ac:cxnSpMk id="18" creationId="{EDCD8A71-922D-3324-17DB-A75EDD4F2A7C}"/>
          </ac:cxnSpMkLst>
        </pc:cxnChg>
      </pc:sldChg>
      <pc:sldChg chg="addSp delSp modSp add del mod">
        <pc:chgData name="Pham Duc Duy (XC-DX/ESP2 XC-DX/ECB1)" userId="4013ad15-27c9-46a9-95c0-b3fcd894e67a" providerId="ADAL" clId="{0BE1EA5E-905A-483E-B5D2-44D2FF58DB7F}" dt="2023-09-19T11:03:44.352" v="2400" actId="47"/>
        <pc:sldMkLst>
          <pc:docMk/>
          <pc:sldMk cId="277424125" sldId="330"/>
        </pc:sldMkLst>
        <pc:spChg chg="del">
          <ac:chgData name="Pham Duc Duy (XC-DX/ESP2 XC-DX/ECB1)" userId="4013ad15-27c9-46a9-95c0-b3fcd894e67a" providerId="ADAL" clId="{0BE1EA5E-905A-483E-B5D2-44D2FF58DB7F}" dt="2023-09-19T10:59:05.110" v="2226" actId="478"/>
          <ac:spMkLst>
            <pc:docMk/>
            <pc:sldMk cId="277424125" sldId="330"/>
            <ac:spMk id="8" creationId="{7B0FC823-27AD-68FB-C110-50D743C2CD8D}"/>
          </ac:spMkLst>
        </pc:spChg>
        <pc:spChg chg="del">
          <ac:chgData name="Pham Duc Duy (XC-DX/ESP2 XC-DX/ECB1)" userId="4013ad15-27c9-46a9-95c0-b3fcd894e67a" providerId="ADAL" clId="{0BE1EA5E-905A-483E-B5D2-44D2FF58DB7F}" dt="2023-09-19T10:59:05.110" v="2226" actId="478"/>
          <ac:spMkLst>
            <pc:docMk/>
            <pc:sldMk cId="277424125" sldId="330"/>
            <ac:spMk id="9" creationId="{29C6EFEE-AB97-76F1-C502-5EB17058FD01}"/>
          </ac:spMkLst>
        </pc:spChg>
        <pc:spChg chg="del">
          <ac:chgData name="Pham Duc Duy (XC-DX/ESP2 XC-DX/ECB1)" userId="4013ad15-27c9-46a9-95c0-b3fcd894e67a" providerId="ADAL" clId="{0BE1EA5E-905A-483E-B5D2-44D2FF58DB7F}" dt="2023-09-19T10:59:05.110" v="2226" actId="478"/>
          <ac:spMkLst>
            <pc:docMk/>
            <pc:sldMk cId="277424125" sldId="330"/>
            <ac:spMk id="10" creationId="{D0A1788C-EA7E-3333-B64D-7D42C2CA0761}"/>
          </ac:spMkLst>
        </pc:spChg>
        <pc:spChg chg="del">
          <ac:chgData name="Pham Duc Duy (XC-DX/ESP2 XC-DX/ECB1)" userId="4013ad15-27c9-46a9-95c0-b3fcd894e67a" providerId="ADAL" clId="{0BE1EA5E-905A-483E-B5D2-44D2FF58DB7F}" dt="2023-09-19T10:59:05.110" v="2226" actId="478"/>
          <ac:spMkLst>
            <pc:docMk/>
            <pc:sldMk cId="277424125" sldId="330"/>
            <ac:spMk id="13" creationId="{4BE0978F-B852-6010-0741-B6CF8742806C}"/>
          </ac:spMkLst>
        </pc:spChg>
        <pc:spChg chg="del">
          <ac:chgData name="Pham Duc Duy (XC-DX/ESP2 XC-DX/ECB1)" userId="4013ad15-27c9-46a9-95c0-b3fcd894e67a" providerId="ADAL" clId="{0BE1EA5E-905A-483E-B5D2-44D2FF58DB7F}" dt="2023-09-19T10:59:05.110" v="2226" actId="478"/>
          <ac:spMkLst>
            <pc:docMk/>
            <pc:sldMk cId="277424125" sldId="330"/>
            <ac:spMk id="19" creationId="{6210D274-A4BC-6F5D-43E0-B0DEDD41770F}"/>
          </ac:spMkLst>
        </pc:sp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6" creationId="{5361421C-1A8E-91B2-30D3-DE7F27AFE651}"/>
          </ac:picMkLst>
        </pc:pic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7" creationId="{9C02999A-8465-6D4E-23B1-8ADCC637357A}"/>
          </ac:picMkLst>
        </pc:pic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15" creationId="{20E13F08-9FAB-CE1C-0263-42C232FED446}"/>
          </ac:picMkLst>
        </pc:pic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16" creationId="{B10FF740-5495-75CB-E944-D4121311126D}"/>
          </ac:picMkLst>
        </pc:pic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17" creationId="{E69F7D17-1E65-B7FC-4134-D3BF52D0BD88}"/>
          </ac:picMkLst>
        </pc:picChg>
        <pc:picChg chg="add mod">
          <ac:chgData name="Pham Duc Duy (XC-DX/ESP2 XC-DX/ECB1)" userId="4013ad15-27c9-46a9-95c0-b3fcd894e67a" providerId="ADAL" clId="{0BE1EA5E-905A-483E-B5D2-44D2FF58DB7F}" dt="2023-09-19T10:59:22.319" v="2228" actId="1076"/>
          <ac:picMkLst>
            <pc:docMk/>
            <pc:sldMk cId="277424125" sldId="330"/>
            <ac:picMk id="20" creationId="{0D269630-1393-B1CB-2418-CA206329A210}"/>
          </ac:picMkLst>
        </pc:picChg>
        <pc:cxnChg chg="del mod">
          <ac:chgData name="Pham Duc Duy (XC-DX/ESP2 XC-DX/ECB1)" userId="4013ad15-27c9-46a9-95c0-b3fcd894e67a" providerId="ADAL" clId="{0BE1EA5E-905A-483E-B5D2-44D2FF58DB7F}" dt="2023-09-19T10:59:05.110" v="2226" actId="478"/>
          <ac:cxnSpMkLst>
            <pc:docMk/>
            <pc:sldMk cId="277424125" sldId="330"/>
            <ac:cxnSpMk id="11" creationId="{CD4085C2-2C3C-1C3E-34F5-EB2EF061032E}"/>
          </ac:cxnSpMkLst>
        </pc:cxnChg>
        <pc:cxnChg chg="del mod">
          <ac:chgData name="Pham Duc Duy (XC-DX/ESP2 XC-DX/ECB1)" userId="4013ad15-27c9-46a9-95c0-b3fcd894e67a" providerId="ADAL" clId="{0BE1EA5E-905A-483E-B5D2-44D2FF58DB7F}" dt="2023-09-19T10:59:05.110" v="2226" actId="478"/>
          <ac:cxnSpMkLst>
            <pc:docMk/>
            <pc:sldMk cId="277424125" sldId="330"/>
            <ac:cxnSpMk id="12" creationId="{E4342253-0466-4001-F1D6-BE2A9BE3CE59}"/>
          </ac:cxnSpMkLst>
        </pc:cxnChg>
        <pc:cxnChg chg="del">
          <ac:chgData name="Pham Duc Duy (XC-DX/ESP2 XC-DX/ECB1)" userId="4013ad15-27c9-46a9-95c0-b3fcd894e67a" providerId="ADAL" clId="{0BE1EA5E-905A-483E-B5D2-44D2FF58DB7F}" dt="2023-09-19T10:59:05.110" v="2226" actId="478"/>
          <ac:cxnSpMkLst>
            <pc:docMk/>
            <pc:sldMk cId="277424125" sldId="330"/>
            <ac:cxnSpMk id="14" creationId="{D6117D09-F0A3-35AF-5595-513FB8BC9CF5}"/>
          </ac:cxnSpMkLst>
        </pc:cxnChg>
        <pc:cxnChg chg="del">
          <ac:chgData name="Pham Duc Duy (XC-DX/ESP2 XC-DX/ECB1)" userId="4013ad15-27c9-46a9-95c0-b3fcd894e67a" providerId="ADAL" clId="{0BE1EA5E-905A-483E-B5D2-44D2FF58DB7F}" dt="2023-09-19T10:59:05.110" v="2226" actId="478"/>
          <ac:cxnSpMkLst>
            <pc:docMk/>
            <pc:sldMk cId="277424125" sldId="330"/>
            <ac:cxnSpMk id="18" creationId="{EDCD8A71-922D-3324-17DB-A75EDD4F2A7C}"/>
          </ac:cxnSpMkLst>
        </pc:cxnChg>
      </pc:sldChg>
      <pc:sldChg chg="add del">
        <pc:chgData name="Pham Duc Duy (XC-DX/ESP2 XC-DX/ECB1)" userId="4013ad15-27c9-46a9-95c0-b3fcd894e67a" providerId="ADAL" clId="{0BE1EA5E-905A-483E-B5D2-44D2FF58DB7F}" dt="2023-09-19T08:27:52.784" v="1771"/>
        <pc:sldMkLst>
          <pc:docMk/>
          <pc:sldMk cId="3903022237" sldId="330"/>
        </pc:sldMkLst>
      </pc:sldChg>
      <pc:sldChg chg="addSp delSp modSp add mod modAnim">
        <pc:chgData name="Pham Duc Duy (XC-DX/ESP2 XC-DX/ECB1)" userId="4013ad15-27c9-46a9-95c0-b3fcd894e67a" providerId="ADAL" clId="{0BE1EA5E-905A-483E-B5D2-44D2FF58DB7F}" dt="2023-09-20T07:32:56.369" v="4220" actId="14100"/>
        <pc:sldMkLst>
          <pc:docMk/>
          <pc:sldMk cId="2438880090" sldId="331"/>
        </pc:sldMkLst>
        <pc:spChg chg="mod">
          <ac:chgData name="Pham Duc Duy (XC-DX/ESP2 XC-DX/ECB1)" userId="4013ad15-27c9-46a9-95c0-b3fcd894e67a" providerId="ADAL" clId="{0BE1EA5E-905A-483E-B5D2-44D2FF58DB7F}" dt="2023-09-19T11:00:12.446" v="2268" actId="20577"/>
          <ac:spMkLst>
            <pc:docMk/>
            <pc:sldMk cId="2438880090" sldId="331"/>
            <ac:spMk id="2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6:52:43.952" v="3768" actId="20577"/>
          <ac:spMkLst>
            <pc:docMk/>
            <pc:sldMk cId="2438880090" sldId="331"/>
            <ac:spMk id="3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19T11:38:32.816" v="2560" actId="20577"/>
          <ac:spMkLst>
            <pc:docMk/>
            <pc:sldMk cId="2438880090" sldId="331"/>
            <ac:spMk id="5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19T13:44:28.375" v="2935" actId="1076"/>
          <ac:spMkLst>
            <pc:docMk/>
            <pc:sldMk cId="2438880090" sldId="331"/>
            <ac:spMk id="13" creationId="{4BE0978F-B852-6010-0741-B6CF8742806C}"/>
          </ac:spMkLst>
        </pc:spChg>
        <pc:spChg chg="add mod">
          <ac:chgData name="Pham Duc Duy (XC-DX/ESP2 XC-DX/ECB1)" userId="4013ad15-27c9-46a9-95c0-b3fcd894e67a" providerId="ADAL" clId="{0BE1EA5E-905A-483E-B5D2-44D2FF58DB7F}" dt="2023-09-19T11:01:32.132" v="2386" actId="14100"/>
          <ac:spMkLst>
            <pc:docMk/>
            <pc:sldMk cId="2438880090" sldId="331"/>
            <ac:spMk id="16" creationId="{E6862911-6019-C9D4-846E-EE0D4ABD8A6A}"/>
          </ac:spMkLst>
        </pc:spChg>
        <pc:spChg chg="mod">
          <ac:chgData name="Pham Duc Duy (XC-DX/ESP2 XC-DX/ECB1)" userId="4013ad15-27c9-46a9-95c0-b3fcd894e67a" providerId="ADAL" clId="{0BE1EA5E-905A-483E-B5D2-44D2FF58DB7F}" dt="2023-09-19T13:44:16.631" v="2933" actId="20577"/>
          <ac:spMkLst>
            <pc:docMk/>
            <pc:sldMk cId="2438880090" sldId="331"/>
            <ac:spMk id="19" creationId="{6210D274-A4BC-6F5D-43E0-B0DEDD41770F}"/>
          </ac:spMkLst>
        </pc:spChg>
        <pc:spChg chg="add mod">
          <ac:chgData name="Pham Duc Duy (XC-DX/ESP2 XC-DX/ECB1)" userId="4013ad15-27c9-46a9-95c0-b3fcd894e67a" providerId="ADAL" clId="{0BE1EA5E-905A-483E-B5D2-44D2FF58DB7F}" dt="2023-09-19T13:44:38.745" v="2936" actId="1076"/>
          <ac:spMkLst>
            <pc:docMk/>
            <pc:sldMk cId="2438880090" sldId="331"/>
            <ac:spMk id="26" creationId="{9EF97C87-9409-99EC-02C3-1C4165E9512A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29" creationId="{04DB904B-CFF7-9F68-6E76-1277AC5F32ED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30" creationId="{5D88A98E-9BC3-5697-7C1A-774740DF8309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31" creationId="{0524BDDB-BE5A-884A-7A0E-46825B7F5957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32" creationId="{37D429A7-96EF-7D77-83A3-51E7BFCE0404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33" creationId="{35306C59-430E-225C-F024-A50010D1D57A}"/>
          </ac:spMkLst>
        </pc:spChg>
        <pc:spChg chg="mod">
          <ac:chgData name="Pham Duc Duy (XC-DX/ESP2 XC-DX/ECB1)" userId="4013ad15-27c9-46a9-95c0-b3fcd894e67a" providerId="ADAL" clId="{0BE1EA5E-905A-483E-B5D2-44D2FF58DB7F}" dt="2023-09-20T06:44:41.664" v="3048"/>
          <ac:spMkLst>
            <pc:docMk/>
            <pc:sldMk cId="2438880090" sldId="331"/>
            <ac:spMk id="34" creationId="{4E63AE1B-381C-A537-CA3A-0F63C62A3792}"/>
          </ac:spMkLst>
        </pc:spChg>
        <pc:grpChg chg="add mod">
          <ac:chgData name="Pham Duc Duy (XC-DX/ESP2 XC-DX/ECB1)" userId="4013ad15-27c9-46a9-95c0-b3fcd894e67a" providerId="ADAL" clId="{0BE1EA5E-905A-483E-B5D2-44D2FF58DB7F}" dt="2023-09-19T12:09:59.803" v="2868" actId="164"/>
          <ac:grpSpMkLst>
            <pc:docMk/>
            <pc:sldMk cId="2438880090" sldId="331"/>
            <ac:grpSpMk id="27" creationId="{91541AA5-1884-AE77-D6F9-ADF88A8B8538}"/>
          </ac:grpSpMkLst>
        </pc:grpChg>
        <pc:grpChg chg="add mod">
          <ac:chgData name="Pham Duc Duy (XC-DX/ESP2 XC-DX/ECB1)" userId="4013ad15-27c9-46a9-95c0-b3fcd894e67a" providerId="ADAL" clId="{0BE1EA5E-905A-483E-B5D2-44D2FF58DB7F}" dt="2023-09-20T06:44:46.973" v="3053" actId="1035"/>
          <ac:grpSpMkLst>
            <pc:docMk/>
            <pc:sldMk cId="2438880090" sldId="331"/>
            <ac:grpSpMk id="28" creationId="{0A22E945-CF3A-FC56-3889-9F4C97032B34}"/>
          </ac:grpSpMkLst>
        </pc:grp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17" creationId="{46CA063D-7614-C47B-C725-64F169E54315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20" creationId="{8FB1DDC8-9F77-7A48-0F3E-2EB491BFB6D0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21" creationId="{7B2E5133-6D19-29DD-369B-A274091B79E2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22" creationId="{FB630CD6-BDB5-1CA9-C167-AC59152376CD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23" creationId="{1DC0E355-BBCB-ABC1-9AD6-25B59CE55B46}"/>
          </ac:picMkLst>
        </pc:picChg>
        <pc:picChg chg="add mod">
          <ac:chgData name="Pham Duc Duy (XC-DX/ESP2 XC-DX/ECB1)" userId="4013ad15-27c9-46a9-95c0-b3fcd894e67a" providerId="ADAL" clId="{0BE1EA5E-905A-483E-B5D2-44D2FF58DB7F}" dt="2023-09-19T12:09:59.803" v="2868" actId="164"/>
          <ac:picMkLst>
            <pc:docMk/>
            <pc:sldMk cId="2438880090" sldId="331"/>
            <ac:picMk id="24" creationId="{79813C86-71E1-1445-7F57-D082DFB4AEBE}"/>
          </ac:picMkLst>
        </pc:picChg>
        <pc:picChg chg="add del mod">
          <ac:chgData name="Pham Duc Duy (XC-DX/ESP2 XC-DX/ECB1)" userId="4013ad15-27c9-46a9-95c0-b3fcd894e67a" providerId="ADAL" clId="{0BE1EA5E-905A-483E-B5D2-44D2FF58DB7F}" dt="2023-09-19T11:35:45.678" v="2495" actId="21"/>
          <ac:picMkLst>
            <pc:docMk/>
            <pc:sldMk cId="2438880090" sldId="331"/>
            <ac:picMk id="25" creationId="{E69C431D-7357-EC22-4FF1-75D79D94E709}"/>
          </ac:picMkLst>
        </pc:picChg>
        <pc:cxnChg chg="add mod">
          <ac:chgData name="Pham Duc Duy (XC-DX/ESP2 XC-DX/ECB1)" userId="4013ad15-27c9-46a9-95c0-b3fcd894e67a" providerId="ADAL" clId="{0BE1EA5E-905A-483E-B5D2-44D2FF58DB7F}" dt="2023-09-20T07:32:56.369" v="4220" actId="14100"/>
          <ac:cxnSpMkLst>
            <pc:docMk/>
            <pc:sldMk cId="2438880090" sldId="331"/>
            <ac:cxnSpMk id="6" creationId="{8CE588CA-413A-CE85-BD70-24ACCE05F99E}"/>
          </ac:cxnSpMkLst>
        </pc:cxnChg>
        <pc:cxnChg chg="mod">
          <ac:chgData name="Pham Duc Duy (XC-DX/ESP2 XC-DX/ECB1)" userId="4013ad15-27c9-46a9-95c0-b3fcd894e67a" providerId="ADAL" clId="{0BE1EA5E-905A-483E-B5D2-44D2FF58DB7F}" dt="2023-09-19T13:44:23.068" v="2934" actId="1076"/>
          <ac:cxnSpMkLst>
            <pc:docMk/>
            <pc:sldMk cId="2438880090" sldId="331"/>
            <ac:cxnSpMk id="14" creationId="{D6117D09-F0A3-35AF-5595-513FB8BC9CF5}"/>
          </ac:cxnSpMkLst>
        </pc:cxnChg>
      </pc:sldChg>
      <pc:sldChg chg="addSp delSp modSp add mod modAnim">
        <pc:chgData name="Pham Duc Duy (XC-DX/ESP2 XC-DX/ECB1)" userId="4013ad15-27c9-46a9-95c0-b3fcd894e67a" providerId="ADAL" clId="{0BE1EA5E-905A-483E-B5D2-44D2FF58DB7F}" dt="2023-09-20T07:27:03.831" v="4211" actId="20577"/>
        <pc:sldMkLst>
          <pc:docMk/>
          <pc:sldMk cId="3560125292" sldId="332"/>
        </pc:sldMkLst>
        <pc:spChg chg="mod">
          <ac:chgData name="Pham Duc Duy (XC-DX/ESP2 XC-DX/ECB1)" userId="4013ad15-27c9-46a9-95c0-b3fcd894e67a" providerId="ADAL" clId="{0BE1EA5E-905A-483E-B5D2-44D2FF58DB7F}" dt="2023-09-19T11:04:02.460" v="2424" actId="20577"/>
          <ac:spMkLst>
            <pc:docMk/>
            <pc:sldMk cId="3560125292" sldId="332"/>
            <ac:spMk id="2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6:52:46.743" v="3769" actId="20577"/>
          <ac:spMkLst>
            <pc:docMk/>
            <pc:sldMk cId="3560125292" sldId="332"/>
            <ac:spMk id="3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7:27:03.831" v="4211" actId="20577"/>
          <ac:spMkLst>
            <pc:docMk/>
            <pc:sldMk cId="3560125292" sldId="332"/>
            <ac:spMk id="5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19T13:47:28.277" v="2959" actId="164"/>
          <ac:spMkLst>
            <pc:docMk/>
            <pc:sldMk cId="3560125292" sldId="332"/>
            <ac:spMk id="13" creationId="{4BE0978F-B852-6010-0741-B6CF8742806C}"/>
          </ac:spMkLst>
        </pc:spChg>
        <pc:spChg chg="mod">
          <ac:chgData name="Pham Duc Duy (XC-DX/ESP2 XC-DX/ECB1)" userId="4013ad15-27c9-46a9-95c0-b3fcd894e67a" providerId="ADAL" clId="{0BE1EA5E-905A-483E-B5D2-44D2FF58DB7F}" dt="2023-09-19T12:12:27.701" v="2880" actId="164"/>
          <ac:spMkLst>
            <pc:docMk/>
            <pc:sldMk cId="3560125292" sldId="332"/>
            <ac:spMk id="16" creationId="{E6862911-6019-C9D4-846E-EE0D4ABD8A6A}"/>
          </ac:spMkLst>
        </pc:spChg>
        <pc:spChg chg="mod">
          <ac:chgData name="Pham Duc Duy (XC-DX/ESP2 XC-DX/ECB1)" userId="4013ad15-27c9-46a9-95c0-b3fcd894e67a" providerId="ADAL" clId="{0BE1EA5E-905A-483E-B5D2-44D2FF58DB7F}" dt="2023-09-19T13:45:50.002" v="2951" actId="20577"/>
          <ac:spMkLst>
            <pc:docMk/>
            <pc:sldMk cId="3560125292" sldId="332"/>
            <ac:spMk id="19" creationId="{6210D274-A4BC-6F5D-43E0-B0DEDD41770F}"/>
          </ac:spMkLst>
        </pc:spChg>
        <pc:spChg chg="add mod">
          <ac:chgData name="Pham Duc Duy (XC-DX/ESP2 XC-DX/ECB1)" userId="4013ad15-27c9-46a9-95c0-b3fcd894e67a" providerId="ADAL" clId="{0BE1EA5E-905A-483E-B5D2-44D2FF58DB7F}" dt="2023-09-19T13:46:46.808" v="2954" actId="1076"/>
          <ac:spMkLst>
            <pc:docMk/>
            <pc:sldMk cId="3560125292" sldId="332"/>
            <ac:spMk id="40" creationId="{CFB48CCD-8C56-3D1B-1DE6-0059E9890E0C}"/>
          </ac:spMkLst>
        </pc:spChg>
        <pc:spChg chg="add mod">
          <ac:chgData name="Pham Duc Duy (XC-DX/ESP2 XC-DX/ECB1)" userId="4013ad15-27c9-46a9-95c0-b3fcd894e67a" providerId="ADAL" clId="{0BE1EA5E-905A-483E-B5D2-44D2FF58DB7F}" dt="2023-09-19T13:47:11.963" v="2957" actId="164"/>
          <ac:spMkLst>
            <pc:docMk/>
            <pc:sldMk cId="3560125292" sldId="332"/>
            <ac:spMk id="44" creationId="{D090B3EE-8B6B-BC33-5717-3C1FEDD637DE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49" creationId="{BC0B9B7A-CB73-1B3B-AAD6-ADD862648680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50" creationId="{64E36734-EBC2-8C61-D380-087C4EF3700D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51" creationId="{C75F985A-5783-AF8D-A398-52C0DF570F7E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52" creationId="{D5B805C5-98EA-5261-9231-1B0339B6315C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53" creationId="{41BC4A2A-AA54-CBF9-84A6-E69FD212F127}"/>
          </ac:spMkLst>
        </pc:spChg>
        <pc:spChg chg="mod">
          <ac:chgData name="Pham Duc Duy (XC-DX/ESP2 XC-DX/ECB1)" userId="4013ad15-27c9-46a9-95c0-b3fcd894e67a" providerId="ADAL" clId="{0BE1EA5E-905A-483E-B5D2-44D2FF58DB7F}" dt="2023-09-20T06:44:57.159" v="3054"/>
          <ac:spMkLst>
            <pc:docMk/>
            <pc:sldMk cId="3560125292" sldId="332"/>
            <ac:spMk id="54" creationId="{12E2B53D-DDF4-4310-1031-5254031C99D5}"/>
          </ac:spMkLst>
        </pc:spChg>
        <pc:grpChg chg="add mod">
          <ac:chgData name="Pham Duc Duy (XC-DX/ESP2 XC-DX/ECB1)" userId="4013ad15-27c9-46a9-95c0-b3fcd894e67a" providerId="ADAL" clId="{0BE1EA5E-905A-483E-B5D2-44D2FF58DB7F}" dt="2023-09-19T12:12:27.701" v="2880" actId="164"/>
          <ac:grpSpMkLst>
            <pc:docMk/>
            <pc:sldMk cId="3560125292" sldId="332"/>
            <ac:grpSpMk id="41" creationId="{1D32F1E2-00E7-215A-C145-B8C35A57066D}"/>
          </ac:grpSpMkLst>
        </pc:grpChg>
        <pc:grpChg chg="add mod">
          <ac:chgData name="Pham Duc Duy (XC-DX/ESP2 XC-DX/ECB1)" userId="4013ad15-27c9-46a9-95c0-b3fcd894e67a" providerId="ADAL" clId="{0BE1EA5E-905A-483E-B5D2-44D2FF58DB7F}" dt="2023-09-19T12:13:08.800" v="2886" actId="164"/>
          <ac:grpSpMkLst>
            <pc:docMk/>
            <pc:sldMk cId="3560125292" sldId="332"/>
            <ac:grpSpMk id="43" creationId="{DFCB23A9-D824-2394-B182-D78BE46CA6D4}"/>
          </ac:grpSpMkLst>
        </pc:grpChg>
        <pc:grpChg chg="add mod">
          <ac:chgData name="Pham Duc Duy (XC-DX/ESP2 XC-DX/ECB1)" userId="4013ad15-27c9-46a9-95c0-b3fcd894e67a" providerId="ADAL" clId="{0BE1EA5E-905A-483E-B5D2-44D2FF58DB7F}" dt="2023-09-19T13:47:11.963" v="2957" actId="164"/>
          <ac:grpSpMkLst>
            <pc:docMk/>
            <pc:sldMk cId="3560125292" sldId="332"/>
            <ac:grpSpMk id="46" creationId="{CE2FB3D2-E269-229B-8C32-FD2F4BF94117}"/>
          </ac:grpSpMkLst>
        </pc:grpChg>
        <pc:grpChg chg="add mod">
          <ac:chgData name="Pham Duc Duy (XC-DX/ESP2 XC-DX/ECB1)" userId="4013ad15-27c9-46a9-95c0-b3fcd894e67a" providerId="ADAL" clId="{0BE1EA5E-905A-483E-B5D2-44D2FF58DB7F}" dt="2023-09-19T13:47:28.277" v="2959" actId="164"/>
          <ac:grpSpMkLst>
            <pc:docMk/>
            <pc:sldMk cId="3560125292" sldId="332"/>
            <ac:grpSpMk id="47" creationId="{3BEDD379-E884-D691-85CA-A83F1F3195BD}"/>
          </ac:grpSpMkLst>
        </pc:grpChg>
        <pc:grpChg chg="add mod">
          <ac:chgData name="Pham Duc Duy (XC-DX/ESP2 XC-DX/ECB1)" userId="4013ad15-27c9-46a9-95c0-b3fcd894e67a" providerId="ADAL" clId="{0BE1EA5E-905A-483E-B5D2-44D2FF58DB7F}" dt="2023-09-20T06:44:57.159" v="3054"/>
          <ac:grpSpMkLst>
            <pc:docMk/>
            <pc:sldMk cId="3560125292" sldId="332"/>
            <ac:grpSpMk id="48" creationId="{33D6CA65-152B-38F1-7D6B-9253ABDE28E5}"/>
          </ac:grpSpMkLst>
        </pc:grpChg>
        <pc:picChg chg="add del mod">
          <ac:chgData name="Pham Duc Duy (XC-DX/ESP2 XC-DX/ECB1)" userId="4013ad15-27c9-46a9-95c0-b3fcd894e67a" providerId="ADAL" clId="{0BE1EA5E-905A-483E-B5D2-44D2FF58DB7F}" dt="2023-09-19T11:35:49.174" v="2496" actId="478"/>
          <ac:picMkLst>
            <pc:docMk/>
            <pc:sldMk cId="3560125292" sldId="332"/>
            <ac:picMk id="24" creationId="{2972B479-6EEC-7187-2F36-9F770BC01B81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25" creationId="{AD9F2B55-5E3B-4569-58A4-6A03FCBAEF0A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31" creationId="{515C7C5D-2157-0698-85E1-C0E10D2BD155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33" creationId="{8DB6C996-1C42-1D74-ECE8-892996F64AAF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35" creationId="{5F4BA328-3D07-DE0C-0528-9789E315596E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37" creationId="{2FBCF5A6-8AC9-4046-E263-0A98EA48E7AD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3:08.800" v="2886" actId="164"/>
          <ac:picMkLst>
            <pc:docMk/>
            <pc:sldMk cId="3560125292" sldId="332"/>
            <ac:picMk id="39" creationId="{1C322DF7-F6FB-A813-89D2-C98C297ACB36}"/>
          </ac:picMkLst>
        </pc:picChg>
        <pc:cxnChg chg="mod">
          <ac:chgData name="Pham Duc Duy (XC-DX/ESP2 XC-DX/ECB1)" userId="4013ad15-27c9-46a9-95c0-b3fcd894e67a" providerId="ADAL" clId="{0BE1EA5E-905A-483E-B5D2-44D2FF58DB7F}" dt="2023-09-19T12:12:27.701" v="2880" actId="164"/>
          <ac:cxnSpMkLst>
            <pc:docMk/>
            <pc:sldMk cId="3560125292" sldId="332"/>
            <ac:cxnSpMk id="6" creationId="{8CE588CA-413A-CE85-BD70-24ACCE05F99E}"/>
          </ac:cxnSpMkLst>
        </pc:cxnChg>
        <pc:cxnChg chg="del mod">
          <ac:chgData name="Pham Duc Duy (XC-DX/ESP2 XC-DX/ECB1)" userId="4013ad15-27c9-46a9-95c0-b3fcd894e67a" providerId="ADAL" clId="{0BE1EA5E-905A-483E-B5D2-44D2FF58DB7F}" dt="2023-09-19T11:04:35.204" v="2461" actId="478"/>
          <ac:cxnSpMkLst>
            <pc:docMk/>
            <pc:sldMk cId="3560125292" sldId="332"/>
            <ac:cxnSpMk id="12" creationId="{E4342253-0466-4001-F1D6-BE2A9BE3CE59}"/>
          </ac:cxnSpMkLst>
        </pc:cxnChg>
        <pc:cxnChg chg="mod">
          <ac:chgData name="Pham Duc Duy (XC-DX/ESP2 XC-DX/ECB1)" userId="4013ad15-27c9-46a9-95c0-b3fcd894e67a" providerId="ADAL" clId="{0BE1EA5E-905A-483E-B5D2-44D2FF58DB7F}" dt="2023-09-19T13:47:28.277" v="2959" actId="164"/>
          <ac:cxnSpMkLst>
            <pc:docMk/>
            <pc:sldMk cId="3560125292" sldId="332"/>
            <ac:cxnSpMk id="14" creationId="{D6117D09-F0A3-35AF-5595-513FB8BC9CF5}"/>
          </ac:cxnSpMkLst>
        </pc:cxnChg>
        <pc:cxnChg chg="add mod">
          <ac:chgData name="Pham Duc Duy (XC-DX/ESP2 XC-DX/ECB1)" userId="4013ad15-27c9-46a9-95c0-b3fcd894e67a" providerId="ADAL" clId="{0BE1EA5E-905A-483E-B5D2-44D2FF58DB7F}" dt="2023-09-19T12:12:27.701" v="2880" actId="164"/>
          <ac:cxnSpMkLst>
            <pc:docMk/>
            <pc:sldMk cId="3560125292" sldId="332"/>
            <ac:cxnSpMk id="15" creationId="{727F3A0D-D1DC-44E9-C49E-F7453960CAE0}"/>
          </ac:cxnSpMkLst>
        </pc:cxnChg>
        <pc:cxnChg chg="add mod">
          <ac:chgData name="Pham Duc Duy (XC-DX/ESP2 XC-DX/ECB1)" userId="4013ad15-27c9-46a9-95c0-b3fcd894e67a" providerId="ADAL" clId="{0BE1EA5E-905A-483E-B5D2-44D2FF58DB7F}" dt="2023-09-19T12:12:46.894" v="2883"/>
          <ac:cxnSpMkLst>
            <pc:docMk/>
            <pc:sldMk cId="3560125292" sldId="332"/>
            <ac:cxnSpMk id="42" creationId="{5FEEE52C-D1C7-923F-0ACB-E90CD1BB2821}"/>
          </ac:cxnSpMkLst>
        </pc:cxnChg>
        <pc:cxnChg chg="add mod">
          <ac:chgData name="Pham Duc Duy (XC-DX/ESP2 XC-DX/ECB1)" userId="4013ad15-27c9-46a9-95c0-b3fcd894e67a" providerId="ADAL" clId="{0BE1EA5E-905A-483E-B5D2-44D2FF58DB7F}" dt="2023-09-19T13:47:11.963" v="2957" actId="164"/>
          <ac:cxnSpMkLst>
            <pc:docMk/>
            <pc:sldMk cId="3560125292" sldId="332"/>
            <ac:cxnSpMk id="45" creationId="{A466E379-6466-EE99-1568-A28579A1B4B5}"/>
          </ac:cxnSpMkLst>
        </pc:cxnChg>
      </pc:sldChg>
      <pc:sldChg chg="addSp delSp modSp add mod modAnim">
        <pc:chgData name="Pham Duc Duy (XC-DX/ESP2 XC-DX/ECB1)" userId="4013ad15-27c9-46a9-95c0-b3fcd894e67a" providerId="ADAL" clId="{0BE1EA5E-905A-483E-B5D2-44D2FF58DB7F}" dt="2023-09-20T08:37:05.771" v="4247" actId="20577"/>
        <pc:sldMkLst>
          <pc:docMk/>
          <pc:sldMk cId="1973342109" sldId="333"/>
        </pc:sldMkLst>
        <pc:spChg chg="mod">
          <ac:chgData name="Pham Duc Duy (XC-DX/ESP2 XC-DX/ECB1)" userId="4013ad15-27c9-46a9-95c0-b3fcd894e67a" providerId="ADAL" clId="{0BE1EA5E-905A-483E-B5D2-44D2FF58DB7F}" dt="2023-09-19T11:39:48.769" v="2592" actId="20577"/>
          <ac:spMkLst>
            <pc:docMk/>
            <pc:sldMk cId="1973342109" sldId="333"/>
            <ac:spMk id="2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6:52:50.606" v="3770" actId="20577"/>
          <ac:spMkLst>
            <pc:docMk/>
            <pc:sldMk cId="1973342109" sldId="333"/>
            <ac:spMk id="3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8:37:05.771" v="4247" actId="20577"/>
          <ac:spMkLst>
            <pc:docMk/>
            <pc:sldMk cId="1973342109" sldId="333"/>
            <ac:spMk id="5" creationId="{00000000-0000-0000-0000-000000000000}"/>
          </ac:spMkLst>
        </pc:spChg>
        <pc:spChg chg="mod">
          <ac:chgData name="Pham Duc Duy (XC-DX/ESP2 XC-DX/ECB1)" userId="4013ad15-27c9-46a9-95c0-b3fcd894e67a" providerId="ADAL" clId="{0BE1EA5E-905A-483E-B5D2-44D2FF58DB7F}" dt="2023-09-20T07:29:38.157" v="4216" actId="1076"/>
          <ac:spMkLst>
            <pc:docMk/>
            <pc:sldMk cId="1973342109" sldId="333"/>
            <ac:spMk id="13" creationId="{4BE0978F-B852-6010-0741-B6CF8742806C}"/>
          </ac:spMkLst>
        </pc:spChg>
        <pc:spChg chg="mod">
          <ac:chgData name="Pham Duc Duy (XC-DX/ESP2 XC-DX/ECB1)" userId="4013ad15-27c9-46a9-95c0-b3fcd894e67a" providerId="ADAL" clId="{0BE1EA5E-905A-483E-B5D2-44D2FF58DB7F}" dt="2023-09-20T07:29:55.376" v="4219" actId="1076"/>
          <ac:spMkLst>
            <pc:docMk/>
            <pc:sldMk cId="1973342109" sldId="333"/>
            <ac:spMk id="16" creationId="{E6862911-6019-C9D4-846E-EE0D4ABD8A6A}"/>
          </ac:spMkLst>
        </pc:spChg>
        <pc:spChg chg="del mod">
          <ac:chgData name="Pham Duc Duy (XC-DX/ESP2 XC-DX/ECB1)" userId="4013ad15-27c9-46a9-95c0-b3fcd894e67a" providerId="ADAL" clId="{0BE1EA5E-905A-483E-B5D2-44D2FF58DB7F}" dt="2023-09-19T11:42:11.446" v="2838" actId="478"/>
          <ac:spMkLst>
            <pc:docMk/>
            <pc:sldMk cId="1973342109" sldId="333"/>
            <ac:spMk id="19" creationId="{6210D274-A4BC-6F5D-43E0-B0DEDD41770F}"/>
          </ac:spMkLst>
        </pc:spChg>
        <pc:spChg chg="add del mod">
          <ac:chgData name="Pham Duc Duy (XC-DX/ESP2 XC-DX/ECB1)" userId="4013ad15-27c9-46a9-95c0-b3fcd894e67a" providerId="ADAL" clId="{0BE1EA5E-905A-483E-B5D2-44D2FF58DB7F}" dt="2023-09-20T07:29:15.258" v="4212" actId="478"/>
          <ac:spMkLst>
            <pc:docMk/>
            <pc:sldMk cId="1973342109" sldId="333"/>
            <ac:spMk id="23" creationId="{A62CBC2C-8DE1-2B15-4DC7-27718D009E02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2" creationId="{5F196017-6404-1B26-FC7C-97AB8BFEEC6A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3" creationId="{D2EB79AF-1BB2-0409-3E25-8A7D7012B80A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4" creationId="{EE6F3C61-0FB3-E44B-94C4-F097CC61C360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5" creationId="{99E281E8-5021-3425-E632-793B8A7DE45D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6" creationId="{E8424244-A9B2-7693-22F7-B0E02FA497D1}"/>
          </ac:spMkLst>
        </pc:spChg>
        <pc:spChg chg="mod">
          <ac:chgData name="Pham Duc Duy (XC-DX/ESP2 XC-DX/ECB1)" userId="4013ad15-27c9-46a9-95c0-b3fcd894e67a" providerId="ADAL" clId="{0BE1EA5E-905A-483E-B5D2-44D2FF58DB7F}" dt="2023-09-20T06:45:05.496" v="3055"/>
          <ac:spMkLst>
            <pc:docMk/>
            <pc:sldMk cId="1973342109" sldId="333"/>
            <ac:spMk id="47" creationId="{8F91C817-06C9-B0B1-D89B-8CC0823959F8}"/>
          </ac:spMkLst>
        </pc:spChg>
        <pc:spChg chg="add del">
          <ac:chgData name="Pham Duc Duy (XC-DX/ESP2 XC-DX/ECB1)" userId="4013ad15-27c9-46a9-95c0-b3fcd894e67a" providerId="ADAL" clId="{0BE1EA5E-905A-483E-B5D2-44D2FF58DB7F}" dt="2023-09-20T07:29:17.342" v="4214" actId="22"/>
          <ac:spMkLst>
            <pc:docMk/>
            <pc:sldMk cId="1973342109" sldId="333"/>
            <ac:spMk id="49" creationId="{FF9C3C7C-9918-5BC2-B27D-409889189353}"/>
          </ac:spMkLst>
        </pc:spChg>
        <pc:spChg chg="add mod">
          <ac:chgData name="Pham Duc Duy (XC-DX/ESP2 XC-DX/ECB1)" userId="4013ad15-27c9-46a9-95c0-b3fcd894e67a" providerId="ADAL" clId="{0BE1EA5E-905A-483E-B5D2-44D2FF58DB7F}" dt="2023-09-20T07:29:27.443" v="4215"/>
          <ac:spMkLst>
            <pc:docMk/>
            <pc:sldMk cId="1973342109" sldId="333"/>
            <ac:spMk id="50" creationId="{79BFDFC9-29D5-D75D-DCBA-CBC2C35AD64F}"/>
          </ac:spMkLst>
        </pc:spChg>
        <pc:grpChg chg="add mod">
          <ac:chgData name="Pham Duc Duy (XC-DX/ESP2 XC-DX/ECB1)" userId="4013ad15-27c9-46a9-95c0-b3fcd894e67a" providerId="ADAL" clId="{0BE1EA5E-905A-483E-B5D2-44D2FF58DB7F}" dt="2023-09-19T12:13:52.833" v="2889" actId="164"/>
          <ac:grpSpMkLst>
            <pc:docMk/>
            <pc:sldMk cId="1973342109" sldId="333"/>
            <ac:grpSpMk id="38" creationId="{2B20916F-7B6F-177E-30C6-831BCB1BD523}"/>
          </ac:grpSpMkLst>
        </pc:grpChg>
        <pc:grpChg chg="add mod">
          <ac:chgData name="Pham Duc Duy (XC-DX/ESP2 XC-DX/ECB1)" userId="4013ad15-27c9-46a9-95c0-b3fcd894e67a" providerId="ADAL" clId="{0BE1EA5E-905A-483E-B5D2-44D2FF58DB7F}" dt="2023-09-19T12:14:54.085" v="2895" actId="164"/>
          <ac:grpSpMkLst>
            <pc:docMk/>
            <pc:sldMk cId="1973342109" sldId="333"/>
            <ac:grpSpMk id="40" creationId="{2FAD6286-E7ED-986B-4FA4-970FB8280837}"/>
          </ac:grpSpMkLst>
        </pc:grpChg>
        <pc:grpChg chg="add mod">
          <ac:chgData name="Pham Duc Duy (XC-DX/ESP2 XC-DX/ECB1)" userId="4013ad15-27c9-46a9-95c0-b3fcd894e67a" providerId="ADAL" clId="{0BE1EA5E-905A-483E-B5D2-44D2FF58DB7F}" dt="2023-09-20T06:45:05.496" v="3055"/>
          <ac:grpSpMkLst>
            <pc:docMk/>
            <pc:sldMk cId="1973342109" sldId="333"/>
            <ac:grpSpMk id="41" creationId="{DD32AA5A-62FA-7114-80DD-F5F93788FEA7}"/>
          </ac:grpSpMkLst>
        </pc:grp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24" creationId="{256EF359-54F6-E8C9-69D0-35096FC8E7B8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25" creationId="{AD9F2B55-5E3B-4569-58A4-6A03FCBAEF0A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26" creationId="{A445BFD2-8FDF-B2CD-35C2-AAD1067DD52E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27" creationId="{48A37AF0-0401-E177-C718-DFDD0A83DA38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28" creationId="{5CD51432-AC36-ECC7-63AC-899EB656C32F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29" creationId="{A6A900BB-7613-A1EF-3DA9-6D7CBD30C32F}"/>
          </ac:picMkLst>
        </pc:picChg>
        <pc:picChg chg="add mod">
          <ac:chgData name="Pham Duc Duy (XC-DX/ESP2 XC-DX/ECB1)" userId="4013ad15-27c9-46a9-95c0-b3fcd894e67a" providerId="ADAL" clId="{0BE1EA5E-905A-483E-B5D2-44D2FF58DB7F}" dt="2023-09-19T12:14:54.085" v="2895" actId="164"/>
          <ac:picMkLst>
            <pc:docMk/>
            <pc:sldMk cId="1973342109" sldId="333"/>
            <ac:picMk id="30" creationId="{D797661F-47C0-8A31-8E01-EC04ADD6907E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31" creationId="{515C7C5D-2157-0698-85E1-C0E10D2BD155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33" creationId="{8DB6C996-1C42-1D74-ECE8-892996F64AAF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35" creationId="{5F4BA328-3D07-DE0C-0528-9789E315596E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37" creationId="{2FBCF5A6-8AC9-4046-E263-0A98EA48E7AD}"/>
          </ac:picMkLst>
        </pc:picChg>
        <pc:picChg chg="add del">
          <ac:chgData name="Pham Duc Duy (XC-DX/ESP2 XC-DX/ECB1)" userId="4013ad15-27c9-46a9-95c0-b3fcd894e67a" providerId="ADAL" clId="{0BE1EA5E-905A-483E-B5D2-44D2FF58DB7F}" dt="2023-09-19T11:41:29.683" v="2819" actId="478"/>
          <ac:picMkLst>
            <pc:docMk/>
            <pc:sldMk cId="1973342109" sldId="333"/>
            <ac:picMk id="39" creationId="{1C322DF7-F6FB-A813-89D2-C98C297ACB36}"/>
          </ac:picMkLst>
        </pc:picChg>
        <pc:cxnChg chg="mod">
          <ac:chgData name="Pham Duc Duy (XC-DX/ESP2 XC-DX/ECB1)" userId="4013ad15-27c9-46a9-95c0-b3fcd894e67a" providerId="ADAL" clId="{0BE1EA5E-905A-483E-B5D2-44D2FF58DB7F}" dt="2023-09-20T07:29:55.376" v="4219" actId="1076"/>
          <ac:cxnSpMkLst>
            <pc:docMk/>
            <pc:sldMk cId="1973342109" sldId="333"/>
            <ac:cxnSpMk id="6" creationId="{8CE588CA-413A-CE85-BD70-24ACCE05F99E}"/>
          </ac:cxnSpMkLst>
        </pc:cxnChg>
        <pc:cxnChg chg="del">
          <ac:chgData name="Pham Duc Duy (XC-DX/ESP2 XC-DX/ECB1)" userId="4013ad15-27c9-46a9-95c0-b3fcd894e67a" providerId="ADAL" clId="{0BE1EA5E-905A-483E-B5D2-44D2FF58DB7F}" dt="2023-09-19T11:42:03.476" v="2835" actId="478"/>
          <ac:cxnSpMkLst>
            <pc:docMk/>
            <pc:sldMk cId="1973342109" sldId="333"/>
            <ac:cxnSpMk id="14" creationId="{D6117D09-F0A3-35AF-5595-513FB8BC9CF5}"/>
          </ac:cxnSpMkLst>
        </pc:cxnChg>
        <pc:cxnChg chg="mod">
          <ac:chgData name="Pham Duc Duy (XC-DX/ESP2 XC-DX/ECB1)" userId="4013ad15-27c9-46a9-95c0-b3fcd894e67a" providerId="ADAL" clId="{0BE1EA5E-905A-483E-B5D2-44D2FF58DB7F}" dt="2023-09-20T07:29:55.376" v="4219" actId="1076"/>
          <ac:cxnSpMkLst>
            <pc:docMk/>
            <pc:sldMk cId="1973342109" sldId="333"/>
            <ac:cxnSpMk id="15" creationId="{727F3A0D-D1DC-44E9-C49E-F7453960CAE0}"/>
          </ac:cxnSpMkLst>
        </pc:cxnChg>
        <pc:cxnChg chg="add mod">
          <ac:chgData name="Pham Duc Duy (XC-DX/ESP2 XC-DX/ECB1)" userId="4013ad15-27c9-46a9-95c0-b3fcd894e67a" providerId="ADAL" clId="{0BE1EA5E-905A-483E-B5D2-44D2FF58DB7F}" dt="2023-09-19T11:43:39.378" v="2844" actId="14100"/>
          <ac:cxnSpMkLst>
            <pc:docMk/>
            <pc:sldMk cId="1973342109" sldId="333"/>
            <ac:cxnSpMk id="32" creationId="{95A01F68-FDB2-8F9A-2805-A0593DA29E66}"/>
          </ac:cxnSpMkLst>
        </pc:cxnChg>
      </pc:sldChg>
      <pc:sldChg chg="modSp new del mod">
        <pc:chgData name="Pham Duc Duy (XC-DX/ESP2 XC-DX/ECB1)" userId="4013ad15-27c9-46a9-95c0-b3fcd894e67a" providerId="ADAL" clId="{0BE1EA5E-905A-483E-B5D2-44D2FF58DB7F}" dt="2023-09-20T07:16:13.471" v="4182" actId="47"/>
        <pc:sldMkLst>
          <pc:docMk/>
          <pc:sldMk cId="1741745554" sldId="349"/>
        </pc:sldMkLst>
        <pc:spChg chg="mod replST">
          <ac:chgData name="Pham Duc Duy (XC-DX/ESP2 XC-DX/ECB1)" userId="4013ad15-27c9-46a9-95c0-b3fcd894e67a" providerId="ADAL" clId="{0BE1EA5E-905A-483E-B5D2-44D2FF58DB7F}" dt="2023-09-20T06:59:27.426" v="3873" actId="20577"/>
          <ac:spMkLst>
            <pc:docMk/>
            <pc:sldMk cId="1741745554" sldId="349"/>
            <ac:spMk id="3" creationId="{2D415A24-B889-1CA2-5DB2-924D1AB5B96F}"/>
          </ac:spMkLst>
        </pc:spChg>
        <pc:spChg chg="mod">
          <ac:chgData name="Pham Duc Duy (XC-DX/ESP2 XC-DX/ECB1)" userId="4013ad15-27c9-46a9-95c0-b3fcd894e67a" providerId="ADAL" clId="{0BE1EA5E-905A-483E-B5D2-44D2FF58DB7F}" dt="2023-09-20T06:59:29.546" v="3874"/>
          <ac:spMkLst>
            <pc:docMk/>
            <pc:sldMk cId="1741745554" sldId="349"/>
            <ac:spMk id="5" creationId="{2F99531A-7312-3FC9-5B57-A1E7C647DED5}"/>
          </ac:spMkLst>
        </pc:spChg>
      </pc:sldChg>
    </pc:docChg>
  </pc:docChgLst>
  <pc:docChgLst>
    <pc:chgData name="Schrader Sophie (XC-AS/EDP2 XC-AS/ECB1)" userId="S::ssc5hi@bosch.com::6f4ce1ed-facf-4ad0-865d-953d0941cca8" providerId="AD" clId="Web-{ACF0697A-0A83-C064-33F2-6CCAEDC9C29A}"/>
    <pc:docChg chg="addSld delSld modSld">
      <pc:chgData name="Schrader Sophie (XC-AS/EDP2 XC-AS/ECB1)" userId="S::ssc5hi@bosch.com::6f4ce1ed-facf-4ad0-865d-953d0941cca8" providerId="AD" clId="Web-{ACF0697A-0A83-C064-33F2-6CCAEDC9C29A}" dt="2025-06-03T20:41:22.561" v="22"/>
      <pc:docMkLst>
        <pc:docMk/>
      </pc:docMkLst>
      <pc:sldChg chg="add del mod modShow">
        <pc:chgData name="Schrader Sophie (XC-AS/EDP2 XC-AS/ECB1)" userId="S::ssc5hi@bosch.com::6f4ce1ed-facf-4ad0-865d-953d0941cca8" providerId="AD" clId="Web-{ACF0697A-0A83-C064-33F2-6CCAEDC9C29A}" dt="2025-06-03T20:41:22.499" v="21"/>
        <pc:sldMkLst>
          <pc:docMk/>
          <pc:sldMk cId="822909952" sldId="339"/>
        </pc:sldMkLst>
      </pc:sldChg>
      <pc:sldChg chg="add del">
        <pc:chgData name="Schrader Sophie (XC-AS/EDP2 XC-AS/ECB1)" userId="S::ssc5hi@bosch.com::6f4ce1ed-facf-4ad0-865d-953d0941cca8" providerId="AD" clId="Web-{ACF0697A-0A83-C064-33F2-6CCAEDC9C29A}" dt="2025-06-03T20:40:45.919" v="19"/>
        <pc:sldMkLst>
          <pc:docMk/>
          <pc:sldMk cId="3749632693" sldId="342"/>
        </pc:sldMkLst>
      </pc:sldChg>
      <pc:sldChg chg="add del mod modShow">
        <pc:chgData name="Schrader Sophie (XC-AS/EDP2 XC-AS/ECB1)" userId="S::ssc5hi@bosch.com::6f4ce1ed-facf-4ad0-865d-953d0941cca8" providerId="AD" clId="Web-{ACF0697A-0A83-C064-33F2-6CCAEDC9C29A}" dt="2025-06-03T20:41:22.561" v="22"/>
        <pc:sldMkLst>
          <pc:docMk/>
          <pc:sldMk cId="1053057343" sldId="350"/>
        </pc:sldMkLst>
      </pc:sldChg>
      <pc:sldChg chg="add del mod modShow">
        <pc:chgData name="Schrader Sophie (XC-AS/EDP2 XC-AS/ECB1)" userId="S::ssc5hi@bosch.com::6f4ce1ed-facf-4ad0-865d-953d0941cca8" providerId="AD" clId="Web-{ACF0697A-0A83-C064-33F2-6CCAEDC9C29A}" dt="2025-06-03T20:40:57.420" v="20"/>
        <pc:sldMkLst>
          <pc:docMk/>
          <pc:sldMk cId="2786707943" sldId="351"/>
        </pc:sldMkLst>
      </pc:sldChg>
      <pc:sldChg chg="add del mod modShow">
        <pc:chgData name="Schrader Sophie (XC-AS/EDP2 XC-AS/ECB1)" userId="S::ssc5hi@bosch.com::6f4ce1ed-facf-4ad0-865d-953d0941cca8" providerId="AD" clId="Web-{ACF0697A-0A83-C064-33F2-6CCAEDC9C29A}" dt="2025-06-03T20:40:45.904" v="18"/>
        <pc:sldMkLst>
          <pc:docMk/>
          <pc:sldMk cId="622521585" sldId="352"/>
        </pc:sldMkLst>
      </pc:sldChg>
      <pc:sldChg chg="add del mod modShow">
        <pc:chgData name="Schrader Sophie (XC-AS/EDP2 XC-AS/ECB1)" userId="S::ssc5hi@bosch.com::6f4ce1ed-facf-4ad0-865d-953d0941cca8" providerId="AD" clId="Web-{ACF0697A-0A83-C064-33F2-6CCAEDC9C29A}" dt="2025-06-03T20:40:45.888" v="17"/>
        <pc:sldMkLst>
          <pc:docMk/>
          <pc:sldMk cId="2877504616" sldId="353"/>
        </pc:sldMkLst>
      </pc:sldChg>
      <pc:sldChg chg="add del mod modShow">
        <pc:chgData name="Schrader Sophie (XC-AS/EDP2 XC-AS/ECB1)" userId="S::ssc5hi@bosch.com::6f4ce1ed-facf-4ad0-865d-953d0941cca8" providerId="AD" clId="Web-{ACF0697A-0A83-C064-33F2-6CCAEDC9C29A}" dt="2025-06-03T20:40:45.872" v="16"/>
        <pc:sldMkLst>
          <pc:docMk/>
          <pc:sldMk cId="3311962633" sldId="354"/>
        </pc:sldMkLst>
      </pc:sldChg>
    </pc:docChg>
  </pc:docChgLst>
  <pc:docChgLst>
    <pc:chgData name="Kolk Raphael (XC-DX/ESP2)" userId="1eb8a498-266c-478d-97a2-726c2037cca5" providerId="ADAL" clId="{81E3567C-9B7A-4ED1-876F-FDE26F6B6584}"/>
    <pc:docChg chg="undo custSel modSld">
      <pc:chgData name="Kolk Raphael (XC-DX/ESP2)" userId="1eb8a498-266c-478d-97a2-726c2037cca5" providerId="ADAL" clId="{81E3567C-9B7A-4ED1-876F-FDE26F6B6584}" dt="2023-10-05T17:04:29.674" v="185" actId="14100"/>
      <pc:docMkLst>
        <pc:docMk/>
      </pc:docMkLst>
      <pc:sldChg chg="addSp delSp modSp mod">
        <pc:chgData name="Kolk Raphael (XC-DX/ESP2)" userId="1eb8a498-266c-478d-97a2-726c2037cca5" providerId="ADAL" clId="{81E3567C-9B7A-4ED1-876F-FDE26F6B6584}" dt="2023-10-05T17:04:29.674" v="185" actId="14100"/>
        <pc:sldMkLst>
          <pc:docMk/>
          <pc:sldMk cId="2427611750" sldId="294"/>
        </pc:sldMkLst>
        <pc:spChg chg="mod">
          <ac:chgData name="Kolk Raphael (XC-DX/ESP2)" userId="1eb8a498-266c-478d-97a2-726c2037cca5" providerId="ADAL" clId="{81E3567C-9B7A-4ED1-876F-FDE26F6B6584}" dt="2023-10-05T17:03:29.961" v="64" actId="1076"/>
          <ac:spMkLst>
            <pc:docMk/>
            <pc:sldMk cId="2427611750" sldId="294"/>
            <ac:spMk id="3" creationId="{00000000-0000-0000-0000-000000000000}"/>
          </ac:spMkLst>
        </pc:spChg>
        <pc:spChg chg="add del">
          <ac:chgData name="Kolk Raphael (XC-DX/ESP2)" userId="1eb8a498-266c-478d-97a2-726c2037cca5" providerId="ADAL" clId="{81E3567C-9B7A-4ED1-876F-FDE26F6B6584}" dt="2023-10-05T15:52:16.923" v="50" actId="22"/>
          <ac:spMkLst>
            <pc:docMk/>
            <pc:sldMk cId="2427611750" sldId="294"/>
            <ac:spMk id="480" creationId="{3B29D811-C356-C1E4-EA79-55B2FA59563C}"/>
          </ac:spMkLst>
        </pc:spChg>
        <pc:spChg chg="add del mod">
          <ac:chgData name="Kolk Raphael (XC-DX/ESP2)" userId="1eb8a498-266c-478d-97a2-726c2037cca5" providerId="ADAL" clId="{81E3567C-9B7A-4ED1-876F-FDE26F6B6584}" dt="2023-10-05T17:03:23.074" v="59" actId="478"/>
          <ac:spMkLst>
            <pc:docMk/>
            <pc:sldMk cId="2427611750" sldId="294"/>
            <ac:spMk id="481" creationId="{FFDD887D-859D-599E-AFB7-04794ECC6C15}"/>
          </ac:spMkLst>
        </pc:spChg>
        <pc:spChg chg="add del mod">
          <ac:chgData name="Kolk Raphael (XC-DX/ESP2)" userId="1eb8a498-266c-478d-97a2-726c2037cca5" providerId="ADAL" clId="{81E3567C-9B7A-4ED1-876F-FDE26F6B6584}" dt="2023-10-05T17:03:24.038" v="60" actId="478"/>
          <ac:spMkLst>
            <pc:docMk/>
            <pc:sldMk cId="2427611750" sldId="294"/>
            <ac:spMk id="482" creationId="{C9615844-7C78-DF0F-8238-BF6A95D8B02F}"/>
          </ac:spMkLst>
        </pc:spChg>
        <pc:spChg chg="add del mod">
          <ac:chgData name="Kolk Raphael (XC-DX/ESP2)" userId="1eb8a498-266c-478d-97a2-726c2037cca5" providerId="ADAL" clId="{81E3567C-9B7A-4ED1-876F-FDE26F6B6584}" dt="2023-10-05T17:03:24.799" v="61" actId="478"/>
          <ac:spMkLst>
            <pc:docMk/>
            <pc:sldMk cId="2427611750" sldId="294"/>
            <ac:spMk id="483" creationId="{FB3EF31A-732D-45B6-5DEF-2B0846A92931}"/>
          </ac:spMkLst>
        </pc:spChg>
        <pc:spChg chg="add del mod">
          <ac:chgData name="Kolk Raphael (XC-DX/ESP2)" userId="1eb8a498-266c-478d-97a2-726c2037cca5" providerId="ADAL" clId="{81E3567C-9B7A-4ED1-876F-FDE26F6B6584}" dt="2023-10-05T17:03:26.249" v="62" actId="478"/>
          <ac:spMkLst>
            <pc:docMk/>
            <pc:sldMk cId="2427611750" sldId="294"/>
            <ac:spMk id="485" creationId="{ADB29A78-7137-406D-B130-6C41F7F25974}"/>
          </ac:spMkLst>
        </pc:spChg>
        <pc:grpChg chg="mod">
          <ac:chgData name="Kolk Raphael (XC-DX/ESP2)" userId="1eb8a498-266c-478d-97a2-726c2037cca5" providerId="ADAL" clId="{81E3567C-9B7A-4ED1-876F-FDE26F6B6584}" dt="2023-10-05T17:03:52.093" v="127" actId="1037"/>
          <ac:grpSpMkLst>
            <pc:docMk/>
            <pc:sldMk cId="2427611750" sldId="294"/>
            <ac:grpSpMk id="82" creationId="{C999113A-839F-F0FF-2A2D-C42B793379EB}"/>
          </ac:grpSpMkLst>
        </pc:grpChg>
        <pc:grpChg chg="mod">
          <ac:chgData name="Kolk Raphael (XC-DX/ESP2)" userId="1eb8a498-266c-478d-97a2-726c2037cca5" providerId="ADAL" clId="{81E3567C-9B7A-4ED1-876F-FDE26F6B6584}" dt="2023-10-05T17:03:52.093" v="127" actId="1037"/>
          <ac:grpSpMkLst>
            <pc:docMk/>
            <pc:sldMk cId="2427611750" sldId="294"/>
            <ac:grpSpMk id="83" creationId="{7E9BB393-2AF3-E773-93B2-F7B930E3E457}"/>
          </ac:grpSpMkLst>
        </pc:grpChg>
        <pc:grpChg chg="mod">
          <ac:chgData name="Kolk Raphael (XC-DX/ESP2)" userId="1eb8a498-266c-478d-97a2-726c2037cca5" providerId="ADAL" clId="{81E3567C-9B7A-4ED1-876F-FDE26F6B6584}" dt="2023-10-05T17:03:52.093" v="127" actId="1037"/>
          <ac:grpSpMkLst>
            <pc:docMk/>
            <pc:sldMk cId="2427611750" sldId="294"/>
            <ac:grpSpMk id="84" creationId="{1BABD7C1-62F9-EB49-B564-4F6DA35D2260}"/>
          </ac:grpSpMkLst>
        </pc:grpChg>
        <pc:grpChg chg="mod">
          <ac:chgData name="Kolk Raphael (XC-DX/ESP2)" userId="1eb8a498-266c-478d-97a2-726c2037cca5" providerId="ADAL" clId="{81E3567C-9B7A-4ED1-876F-FDE26F6B6584}" dt="2023-10-05T17:04:25.827" v="184" actId="1038"/>
          <ac:grpSpMkLst>
            <pc:docMk/>
            <pc:sldMk cId="2427611750" sldId="294"/>
            <ac:grpSpMk id="85" creationId="{274E5692-92D5-E373-C6F6-C57175B688FD}"/>
          </ac:grpSpMkLst>
        </pc:grpChg>
        <pc:cxnChg chg="mod">
          <ac:chgData name="Kolk Raphael (XC-DX/ESP2)" userId="1eb8a498-266c-478d-97a2-726c2037cca5" providerId="ADAL" clId="{81E3567C-9B7A-4ED1-876F-FDE26F6B6584}" dt="2023-10-05T17:03:52.093" v="127" actId="1037"/>
          <ac:cxnSpMkLst>
            <pc:docMk/>
            <pc:sldMk cId="2427611750" sldId="294"/>
            <ac:cxnSpMk id="380" creationId="{00000000-0000-0000-0000-000000000000}"/>
          </ac:cxnSpMkLst>
        </pc:cxnChg>
        <pc:cxnChg chg="mod">
          <ac:chgData name="Kolk Raphael (XC-DX/ESP2)" userId="1eb8a498-266c-478d-97a2-726c2037cca5" providerId="ADAL" clId="{81E3567C-9B7A-4ED1-876F-FDE26F6B6584}" dt="2023-10-05T17:04:29.674" v="185" actId="14100"/>
          <ac:cxnSpMkLst>
            <pc:docMk/>
            <pc:sldMk cId="2427611750" sldId="294"/>
            <ac:cxnSpMk id="493" creationId="{00000000-0000-0000-0000-000000000000}"/>
          </ac:cxnSpMkLst>
        </pc:cxnChg>
      </pc:sldChg>
    </pc:docChg>
  </pc:docChgLst>
  <pc:docChgLst>
    <pc:chgData name="Amaral Bernardo (XC-AS/ENG12-Brg)" userId="S::amb2brg@bosch.com::3ffc8c31-644f-49eb-b15e-8f1fc1acf660" providerId="AD" clId="Web-{81639716-7947-D8AE-4CB1-ECC6C8E55858}"/>
    <pc:docChg chg="modSld">
      <pc:chgData name="Amaral Bernardo (XC-AS/ENG12-Brg)" userId="S::amb2brg@bosch.com::3ffc8c31-644f-49eb-b15e-8f1fc1acf660" providerId="AD" clId="Web-{81639716-7947-D8AE-4CB1-ECC6C8E55858}" dt="2024-10-23T08:56:38.266" v="5" actId="1076"/>
      <pc:docMkLst>
        <pc:docMk/>
      </pc:docMkLst>
      <pc:sldChg chg="modSp">
        <pc:chgData name="Amaral Bernardo (XC-AS/ENG12-Brg)" userId="S::amb2brg@bosch.com::3ffc8c31-644f-49eb-b15e-8f1fc1acf660" providerId="AD" clId="Web-{81639716-7947-D8AE-4CB1-ECC6C8E55858}" dt="2024-10-23T08:56:38.266" v="5" actId="1076"/>
        <pc:sldMkLst>
          <pc:docMk/>
          <pc:sldMk cId="1973342109" sldId="333"/>
        </pc:sldMkLst>
        <pc:picChg chg="mod">
          <ac:chgData name="Amaral Bernardo (XC-AS/ENG12-Brg)" userId="S::amb2brg@bosch.com::3ffc8c31-644f-49eb-b15e-8f1fc1acf660" providerId="AD" clId="Web-{81639716-7947-D8AE-4CB1-ECC6C8E55858}" dt="2024-10-23T08:56:38.266" v="5" actId="1076"/>
          <ac:picMkLst>
            <pc:docMk/>
            <pc:sldMk cId="1973342109" sldId="333"/>
            <ac:picMk id="30" creationId="{D797661F-47C0-8A31-8E01-EC04ADD6907E}"/>
          </ac:picMkLst>
        </pc:picChg>
      </pc:sldChg>
    </pc:docChg>
  </pc:docChgLst>
  <pc:docChgLst>
    <pc:chgData name="Pham Duc Duy (XC-DX/ESP2 XC-DX/ECB1)" userId="S::phd2hi@bosch.com::4013ad15-27c9-46a9-95c0-b3fcd894e67a" providerId="AD" clId="Web-{4A8895C0-9E87-4019-BA45-65019AC70FCD}"/>
    <pc:docChg chg="modSld">
      <pc:chgData name="Pham Duc Duy (XC-DX/ESP2 XC-DX/ECB1)" userId="S::phd2hi@bosch.com::4013ad15-27c9-46a9-95c0-b3fcd894e67a" providerId="AD" clId="Web-{4A8895C0-9E87-4019-BA45-65019AC70FCD}" dt="2023-09-19T05:56:55.835" v="24" actId="20577"/>
      <pc:docMkLst>
        <pc:docMk/>
      </pc:docMkLst>
      <pc:sldChg chg="modSp">
        <pc:chgData name="Pham Duc Duy (XC-DX/ESP2 XC-DX/ECB1)" userId="S::phd2hi@bosch.com::4013ad15-27c9-46a9-95c0-b3fcd894e67a" providerId="AD" clId="Web-{4A8895C0-9E87-4019-BA45-65019AC70FCD}" dt="2023-09-19T05:56:55.835" v="24" actId="20577"/>
        <pc:sldMkLst>
          <pc:docMk/>
          <pc:sldMk cId="2479455152" sldId="324"/>
        </pc:sldMkLst>
        <pc:spChg chg="mod">
          <ac:chgData name="Pham Duc Duy (XC-DX/ESP2 XC-DX/ECB1)" userId="S::phd2hi@bosch.com::4013ad15-27c9-46a9-95c0-b3fcd894e67a" providerId="AD" clId="Web-{4A8895C0-9E87-4019-BA45-65019AC70FCD}" dt="2023-09-19T05:56:55.835" v="24" actId="20577"/>
          <ac:spMkLst>
            <pc:docMk/>
            <pc:sldMk cId="2479455152" sldId="324"/>
            <ac:spMk id="2" creationId="{00000000-0000-0000-0000-000000000000}"/>
          </ac:spMkLst>
        </pc:spChg>
        <pc:spChg chg="mod">
          <ac:chgData name="Pham Duc Duy (XC-DX/ESP2 XC-DX/ECB1)" userId="S::phd2hi@bosch.com::4013ad15-27c9-46a9-95c0-b3fcd894e67a" providerId="AD" clId="Web-{4A8895C0-9E87-4019-BA45-65019AC70FCD}" dt="2023-09-19T05:56:48.741" v="15" actId="20577"/>
          <ac:spMkLst>
            <pc:docMk/>
            <pc:sldMk cId="2479455152" sldId="324"/>
            <ac:spMk id="3" creationId="{00000000-0000-0000-0000-000000000000}"/>
          </ac:spMkLst>
        </pc:spChg>
      </pc:sldChg>
    </pc:docChg>
  </pc:docChgLst>
  <pc:docChgLst>
    <pc:chgData name="Kunz Moritz (XC-DX/ESP2)" userId="2ea979ff-b7a2-4096-8966-4fef54b8d523" providerId="ADAL" clId="{AB69B662-3E54-45A0-85D6-87615812C759}"/>
    <pc:docChg chg="undo custSel addSld delSld modSld">
      <pc:chgData name="Kunz Moritz (XC-DX/ESP2)" userId="2ea979ff-b7a2-4096-8966-4fef54b8d523" providerId="ADAL" clId="{AB69B662-3E54-45A0-85D6-87615812C759}" dt="2023-09-20T11:24:11.623" v="4080" actId="20577"/>
      <pc:docMkLst>
        <pc:docMk/>
      </pc:docMkLst>
      <pc:sldChg chg="del">
        <pc:chgData name="Kunz Moritz (XC-DX/ESP2)" userId="2ea979ff-b7a2-4096-8966-4fef54b8d523" providerId="ADAL" clId="{AB69B662-3E54-45A0-85D6-87615812C759}" dt="2023-09-19T16:55:27.908" v="1376" actId="47"/>
        <pc:sldMkLst>
          <pc:docMk/>
          <pc:sldMk cId="28530264" sldId="256"/>
        </pc:sldMkLst>
      </pc:sldChg>
      <pc:sldChg chg="addSp delSp modSp mod">
        <pc:chgData name="Kunz Moritz (XC-DX/ESP2)" userId="2ea979ff-b7a2-4096-8966-4fef54b8d523" providerId="ADAL" clId="{AB69B662-3E54-45A0-85D6-87615812C759}" dt="2023-09-19T17:14:23.274" v="1558" actId="14100"/>
        <pc:sldMkLst>
          <pc:docMk/>
          <pc:sldMk cId="3043114286" sldId="257"/>
        </pc:sldMkLst>
        <pc:spChg chg="mod">
          <ac:chgData name="Kunz Moritz (XC-DX/ESP2)" userId="2ea979ff-b7a2-4096-8966-4fef54b8d523" providerId="ADAL" clId="{AB69B662-3E54-45A0-85D6-87615812C759}" dt="2023-09-19T17:14:10.796" v="1557"/>
          <ac:spMkLst>
            <pc:docMk/>
            <pc:sldMk cId="3043114286" sldId="257"/>
            <ac:spMk id="2" creationId="{C19CFF29-E521-A2FF-3D85-F7761FB00045}"/>
          </ac:spMkLst>
        </pc:spChg>
        <pc:spChg chg="add mod">
          <ac:chgData name="Kunz Moritz (XC-DX/ESP2)" userId="2ea979ff-b7a2-4096-8966-4fef54b8d523" providerId="ADAL" clId="{AB69B662-3E54-45A0-85D6-87615812C759}" dt="2023-09-19T17:13:51.648" v="1555" actId="1037"/>
          <ac:spMkLst>
            <pc:docMk/>
            <pc:sldMk cId="3043114286" sldId="257"/>
            <ac:spMk id="4" creationId="{186C27D2-3955-837A-508D-894E6F6ED411}"/>
          </ac:spMkLst>
        </pc:spChg>
        <pc:spChg chg="del">
          <ac:chgData name="Kunz Moritz (XC-DX/ESP2)" userId="2ea979ff-b7a2-4096-8966-4fef54b8d523" providerId="ADAL" clId="{AB69B662-3E54-45A0-85D6-87615812C759}" dt="2023-09-19T17:12:09.378" v="1535" actId="478"/>
          <ac:spMkLst>
            <pc:docMk/>
            <pc:sldMk cId="3043114286" sldId="257"/>
            <ac:spMk id="10" creationId="{C01B7510-781B-14AF-CAE3-0D3AF808FADF}"/>
          </ac:spMkLst>
        </pc:spChg>
        <pc:picChg chg="mod">
          <ac:chgData name="Kunz Moritz (XC-DX/ESP2)" userId="2ea979ff-b7a2-4096-8966-4fef54b8d523" providerId="ADAL" clId="{AB69B662-3E54-45A0-85D6-87615812C759}" dt="2023-09-19T17:11:29.526" v="1530" actId="14100"/>
          <ac:picMkLst>
            <pc:docMk/>
            <pc:sldMk cId="3043114286" sldId="257"/>
            <ac:picMk id="6" creationId="{BC8CC25D-7A2D-533B-4FBB-9293EF0BE373}"/>
          </ac:picMkLst>
        </pc:picChg>
        <pc:picChg chg="mod">
          <ac:chgData name="Kunz Moritz (XC-DX/ESP2)" userId="2ea979ff-b7a2-4096-8966-4fef54b8d523" providerId="ADAL" clId="{AB69B662-3E54-45A0-85D6-87615812C759}" dt="2023-09-19T17:11:31.447" v="1531" actId="14100"/>
          <ac:picMkLst>
            <pc:docMk/>
            <pc:sldMk cId="3043114286" sldId="257"/>
            <ac:picMk id="7" creationId="{091BE05A-EC55-7213-5817-A822C988BCD8}"/>
          </ac:picMkLst>
        </pc:picChg>
        <pc:picChg chg="mod">
          <ac:chgData name="Kunz Moritz (XC-DX/ESP2)" userId="2ea979ff-b7a2-4096-8966-4fef54b8d523" providerId="ADAL" clId="{AB69B662-3E54-45A0-85D6-87615812C759}" dt="2023-09-19T17:14:23.274" v="1558" actId="14100"/>
          <ac:picMkLst>
            <pc:docMk/>
            <pc:sldMk cId="3043114286" sldId="257"/>
            <ac:picMk id="8" creationId="{FA7AEBC0-179D-3611-DFBA-872232B15DA9}"/>
          </ac:picMkLst>
        </pc:picChg>
        <pc:picChg chg="mod">
          <ac:chgData name="Kunz Moritz (XC-DX/ESP2)" userId="2ea979ff-b7a2-4096-8966-4fef54b8d523" providerId="ADAL" clId="{AB69B662-3E54-45A0-85D6-87615812C759}" dt="2023-09-19T17:11:35.849" v="1532" actId="1076"/>
          <ac:picMkLst>
            <pc:docMk/>
            <pc:sldMk cId="3043114286" sldId="257"/>
            <ac:picMk id="9" creationId="{811C93E7-3288-8441-0E75-F7649BFB1A0F}"/>
          </ac:picMkLst>
        </pc:picChg>
      </pc:sldChg>
      <pc:sldChg chg="modSp mod modNotesTx">
        <pc:chgData name="Kunz Moritz (XC-DX/ESP2)" userId="2ea979ff-b7a2-4096-8966-4fef54b8d523" providerId="ADAL" clId="{AB69B662-3E54-45A0-85D6-87615812C759}" dt="2023-09-20T10:58:29.615" v="4062" actId="20577"/>
        <pc:sldMkLst>
          <pc:docMk/>
          <pc:sldMk cId="325457456" sldId="258"/>
        </pc:sldMkLst>
        <pc:spChg chg="mod">
          <ac:chgData name="Kunz Moritz (XC-DX/ESP2)" userId="2ea979ff-b7a2-4096-8966-4fef54b8d523" providerId="ADAL" clId="{AB69B662-3E54-45A0-85D6-87615812C759}" dt="2023-09-19T15:46:03.654" v="3"/>
          <ac:spMkLst>
            <pc:docMk/>
            <pc:sldMk cId="325457456" sldId="258"/>
            <ac:spMk id="3" creationId="{90F9235C-C2E5-6D03-6BB3-0209BDAF6304}"/>
          </ac:spMkLst>
        </pc:spChg>
        <pc:spChg chg="mod">
          <ac:chgData name="Kunz Moritz (XC-DX/ESP2)" userId="2ea979ff-b7a2-4096-8966-4fef54b8d523" providerId="ADAL" clId="{AB69B662-3E54-45A0-85D6-87615812C759}" dt="2023-09-20T10:58:29.615" v="4062" actId="20577"/>
          <ac:spMkLst>
            <pc:docMk/>
            <pc:sldMk cId="325457456" sldId="258"/>
            <ac:spMk id="4" creationId="{310B1837-860B-8379-F055-386788270330}"/>
          </ac:spMkLst>
        </pc:spChg>
      </pc:sldChg>
      <pc:sldChg chg="addSp delSp modSp mod modNotesTx">
        <pc:chgData name="Kunz Moritz (XC-DX/ESP2)" userId="2ea979ff-b7a2-4096-8966-4fef54b8d523" providerId="ADAL" clId="{AB69B662-3E54-45A0-85D6-87615812C759}" dt="2023-09-19T17:32:33.438" v="2430" actId="1076"/>
        <pc:sldMkLst>
          <pc:docMk/>
          <pc:sldMk cId="1090877273" sldId="259"/>
        </pc:sldMkLst>
        <pc:spChg chg="mod">
          <ac:chgData name="Kunz Moritz (XC-DX/ESP2)" userId="2ea979ff-b7a2-4096-8966-4fef54b8d523" providerId="ADAL" clId="{AB69B662-3E54-45A0-85D6-87615812C759}" dt="2023-09-19T17:15:00.387" v="1587" actId="20577"/>
          <ac:spMkLst>
            <pc:docMk/>
            <pc:sldMk cId="1090877273" sldId="259"/>
            <ac:spMk id="2" creationId="{EA234142-032B-4AD4-BEC5-C225FC602957}"/>
          </ac:spMkLst>
        </pc:spChg>
        <pc:spChg chg="del">
          <ac:chgData name="Kunz Moritz (XC-DX/ESP2)" userId="2ea979ff-b7a2-4096-8966-4fef54b8d523" providerId="ADAL" clId="{AB69B662-3E54-45A0-85D6-87615812C759}" dt="2023-09-19T17:14:52.334" v="1561" actId="478"/>
          <ac:spMkLst>
            <pc:docMk/>
            <pc:sldMk cId="1090877273" sldId="259"/>
            <ac:spMk id="10" creationId="{FBD934CB-1FCC-1B0A-BAD5-3E1FEC72399B}"/>
          </ac:spMkLst>
        </pc:spChg>
        <pc:spChg chg="del">
          <ac:chgData name="Kunz Moritz (XC-DX/ESP2)" userId="2ea979ff-b7a2-4096-8966-4fef54b8d523" providerId="ADAL" clId="{AB69B662-3E54-45A0-85D6-87615812C759}" dt="2023-09-19T17:14:52.334" v="1561" actId="478"/>
          <ac:spMkLst>
            <pc:docMk/>
            <pc:sldMk cId="1090877273" sldId="259"/>
            <ac:spMk id="11" creationId="{53A12DC7-8445-827F-D1BB-B51060C4DA89}"/>
          </ac:spMkLst>
        </pc:spChg>
        <pc:spChg chg="del">
          <ac:chgData name="Kunz Moritz (XC-DX/ESP2)" userId="2ea979ff-b7a2-4096-8966-4fef54b8d523" providerId="ADAL" clId="{AB69B662-3E54-45A0-85D6-87615812C759}" dt="2023-09-19T17:14:52.334" v="1561" actId="478"/>
          <ac:spMkLst>
            <pc:docMk/>
            <pc:sldMk cId="1090877273" sldId="259"/>
            <ac:spMk id="12" creationId="{10D9614B-A8D7-8D3E-42E1-2830B103ACC7}"/>
          </ac:spMkLst>
        </pc:spChg>
        <pc:spChg chg="del">
          <ac:chgData name="Kunz Moritz (XC-DX/ESP2)" userId="2ea979ff-b7a2-4096-8966-4fef54b8d523" providerId="ADAL" clId="{AB69B662-3E54-45A0-85D6-87615812C759}" dt="2023-09-19T17:14:52.334" v="1561" actId="478"/>
          <ac:spMkLst>
            <pc:docMk/>
            <pc:sldMk cId="1090877273" sldId="259"/>
            <ac:spMk id="16" creationId="{742419D4-DDAE-2A1E-5A9E-01305B28073F}"/>
          </ac:spMkLst>
        </pc:spChg>
        <pc:spChg chg="del mod">
          <ac:chgData name="Kunz Moritz (XC-DX/ESP2)" userId="2ea979ff-b7a2-4096-8966-4fef54b8d523" providerId="ADAL" clId="{AB69B662-3E54-45A0-85D6-87615812C759}" dt="2023-09-19T17:31:26.282" v="2399" actId="21"/>
          <ac:spMkLst>
            <pc:docMk/>
            <pc:sldMk cId="1090877273" sldId="259"/>
            <ac:spMk id="17" creationId="{80655F29-D6A3-0E10-6856-3FBA621C2894}"/>
          </ac:spMkLst>
        </pc:spChg>
        <pc:spChg chg="del">
          <ac:chgData name="Kunz Moritz (XC-DX/ESP2)" userId="2ea979ff-b7a2-4096-8966-4fef54b8d523" providerId="ADAL" clId="{AB69B662-3E54-45A0-85D6-87615812C759}" dt="2023-09-19T17:14:52.334" v="1561" actId="478"/>
          <ac:spMkLst>
            <pc:docMk/>
            <pc:sldMk cId="1090877273" sldId="259"/>
            <ac:spMk id="18" creationId="{8E4F8AAC-AA96-66B0-B6DB-06E1A958BB8E}"/>
          </ac:spMkLst>
        </pc:spChg>
        <pc:spChg chg="mod">
          <ac:chgData name="Kunz Moritz (XC-DX/ESP2)" userId="2ea979ff-b7a2-4096-8966-4fef54b8d523" providerId="ADAL" clId="{AB69B662-3E54-45A0-85D6-87615812C759}" dt="2023-09-19T17:14:52.882" v="1562"/>
          <ac:spMkLst>
            <pc:docMk/>
            <pc:sldMk cId="1090877273" sldId="259"/>
            <ac:spMk id="20" creationId="{C27051AB-6D7F-1320-5D87-CAFA18AE6D10}"/>
          </ac:spMkLst>
        </pc:spChg>
        <pc:spChg chg="add del mod">
          <ac:chgData name="Kunz Moritz (XC-DX/ESP2)" userId="2ea979ff-b7a2-4096-8966-4fef54b8d523" providerId="ADAL" clId="{AB69B662-3E54-45A0-85D6-87615812C759}" dt="2023-09-19T17:16:13.049" v="1611" actId="478"/>
          <ac:spMkLst>
            <pc:docMk/>
            <pc:sldMk cId="1090877273" sldId="259"/>
            <ac:spMk id="23" creationId="{4EC4F735-0705-E475-A15C-AB3345D141BB}"/>
          </ac:spMkLst>
        </pc:spChg>
        <pc:spChg chg="add del mod">
          <ac:chgData name="Kunz Moritz (XC-DX/ESP2)" userId="2ea979ff-b7a2-4096-8966-4fef54b8d523" providerId="ADAL" clId="{AB69B662-3E54-45A0-85D6-87615812C759}" dt="2023-09-19T17:16:13.049" v="1611" actId="478"/>
          <ac:spMkLst>
            <pc:docMk/>
            <pc:sldMk cId="1090877273" sldId="259"/>
            <ac:spMk id="24" creationId="{268BBE22-2E9C-89B2-5E1E-13B79279868F}"/>
          </ac:spMkLst>
        </pc:spChg>
        <pc:spChg chg="add del mod">
          <ac:chgData name="Kunz Moritz (XC-DX/ESP2)" userId="2ea979ff-b7a2-4096-8966-4fef54b8d523" providerId="ADAL" clId="{AB69B662-3E54-45A0-85D6-87615812C759}" dt="2023-09-19T17:16:13.049" v="1611" actId="478"/>
          <ac:spMkLst>
            <pc:docMk/>
            <pc:sldMk cId="1090877273" sldId="259"/>
            <ac:spMk id="28" creationId="{8373B580-D6CB-BCF1-4083-BB65A2CE595E}"/>
          </ac:spMkLst>
        </pc:spChg>
        <pc:spChg chg="add del mod">
          <ac:chgData name="Kunz Moritz (XC-DX/ESP2)" userId="2ea979ff-b7a2-4096-8966-4fef54b8d523" providerId="ADAL" clId="{AB69B662-3E54-45A0-85D6-87615812C759}" dt="2023-09-19T17:16:13.049" v="1611" actId="478"/>
          <ac:spMkLst>
            <pc:docMk/>
            <pc:sldMk cId="1090877273" sldId="259"/>
            <ac:spMk id="29" creationId="{A00390EE-D2CB-E9FE-EFFC-A888B97600CC}"/>
          </ac:spMkLst>
        </pc:spChg>
        <pc:spChg chg="add del mod">
          <ac:chgData name="Kunz Moritz (XC-DX/ESP2)" userId="2ea979ff-b7a2-4096-8966-4fef54b8d523" providerId="ADAL" clId="{AB69B662-3E54-45A0-85D6-87615812C759}" dt="2023-09-19T17:16:13.049" v="1611" actId="478"/>
          <ac:spMkLst>
            <pc:docMk/>
            <pc:sldMk cId="1090877273" sldId="259"/>
            <ac:spMk id="30" creationId="{94B5EAE8-748B-9A6C-06FB-58EDE700E5DF}"/>
          </ac:spMkLst>
        </pc:spChg>
        <pc:spChg chg="mod">
          <ac:chgData name="Kunz Moritz (XC-DX/ESP2)" userId="2ea979ff-b7a2-4096-8966-4fef54b8d523" providerId="ADAL" clId="{AB69B662-3E54-45A0-85D6-87615812C759}" dt="2023-09-19T17:16:10.485" v="1609"/>
          <ac:spMkLst>
            <pc:docMk/>
            <pc:sldMk cId="1090877273" sldId="259"/>
            <ac:spMk id="33" creationId="{30D90407-AC0A-96DF-F254-BEAE1ED0B992}"/>
          </ac:spMkLst>
        </pc:spChg>
        <pc:spChg chg="add del mod">
          <ac:chgData name="Kunz Moritz (XC-DX/ESP2)" userId="2ea979ff-b7a2-4096-8966-4fef54b8d523" providerId="ADAL" clId="{AB69B662-3E54-45A0-85D6-87615812C759}" dt="2023-09-19T17:16:12.063" v="1610"/>
          <ac:spMkLst>
            <pc:docMk/>
            <pc:sldMk cId="1090877273" sldId="259"/>
            <ac:spMk id="36" creationId="{54A13946-F33E-7A7F-45B8-0D9350368A8B}"/>
          </ac:spMkLst>
        </pc:spChg>
        <pc:spChg chg="add del mod">
          <ac:chgData name="Kunz Moritz (XC-DX/ESP2)" userId="2ea979ff-b7a2-4096-8966-4fef54b8d523" providerId="ADAL" clId="{AB69B662-3E54-45A0-85D6-87615812C759}" dt="2023-09-19T17:16:12.063" v="1610"/>
          <ac:spMkLst>
            <pc:docMk/>
            <pc:sldMk cId="1090877273" sldId="259"/>
            <ac:spMk id="37" creationId="{F54BEAD1-3C02-1059-DBCF-5949732B96BE}"/>
          </ac:spMkLst>
        </pc:spChg>
        <pc:spChg chg="add del mod">
          <ac:chgData name="Kunz Moritz (XC-DX/ESP2)" userId="2ea979ff-b7a2-4096-8966-4fef54b8d523" providerId="ADAL" clId="{AB69B662-3E54-45A0-85D6-87615812C759}" dt="2023-09-19T17:16:12.063" v="1610"/>
          <ac:spMkLst>
            <pc:docMk/>
            <pc:sldMk cId="1090877273" sldId="259"/>
            <ac:spMk id="41" creationId="{7405964B-C93A-6289-C799-CEA6852ED584}"/>
          </ac:spMkLst>
        </pc:spChg>
        <pc:spChg chg="add del mod">
          <ac:chgData name="Kunz Moritz (XC-DX/ESP2)" userId="2ea979ff-b7a2-4096-8966-4fef54b8d523" providerId="ADAL" clId="{AB69B662-3E54-45A0-85D6-87615812C759}" dt="2023-09-19T17:16:12.063" v="1610"/>
          <ac:spMkLst>
            <pc:docMk/>
            <pc:sldMk cId="1090877273" sldId="259"/>
            <ac:spMk id="42" creationId="{E8053826-A323-98F3-E4AE-22916CB378AA}"/>
          </ac:spMkLst>
        </pc:spChg>
        <pc:spChg chg="add del mod">
          <ac:chgData name="Kunz Moritz (XC-DX/ESP2)" userId="2ea979ff-b7a2-4096-8966-4fef54b8d523" providerId="ADAL" clId="{AB69B662-3E54-45A0-85D6-87615812C759}" dt="2023-09-19T17:16:12.063" v="1610"/>
          <ac:spMkLst>
            <pc:docMk/>
            <pc:sldMk cId="1090877273" sldId="259"/>
            <ac:spMk id="43" creationId="{8AEE7822-D4FD-930E-7485-EAD0E4BD3CEF}"/>
          </ac:spMkLst>
        </pc:spChg>
        <pc:spChg chg="mod">
          <ac:chgData name="Kunz Moritz (XC-DX/ESP2)" userId="2ea979ff-b7a2-4096-8966-4fef54b8d523" providerId="ADAL" clId="{AB69B662-3E54-45A0-85D6-87615812C759}" dt="2023-09-19T17:16:13.807" v="1612"/>
          <ac:spMkLst>
            <pc:docMk/>
            <pc:sldMk cId="1090877273" sldId="259"/>
            <ac:spMk id="46" creationId="{D28289BE-2CE1-4F13-BC36-1A0DDFC8FF04}"/>
          </ac:spMkLst>
        </pc:spChg>
        <pc:spChg chg="add del mod">
          <ac:chgData name="Kunz Moritz (XC-DX/ESP2)" userId="2ea979ff-b7a2-4096-8966-4fef54b8d523" providerId="ADAL" clId="{AB69B662-3E54-45A0-85D6-87615812C759}" dt="2023-09-19T17:32:33.438" v="2430" actId="1076"/>
          <ac:spMkLst>
            <pc:docMk/>
            <pc:sldMk cId="1090877273" sldId="259"/>
            <ac:spMk id="49" creationId="{C2A52806-157A-6724-D33C-B1A9D17A9902}"/>
          </ac:spMkLst>
        </pc:spChg>
        <pc:spChg chg="add del mod">
          <ac:chgData name="Kunz Moritz (XC-DX/ESP2)" userId="2ea979ff-b7a2-4096-8966-4fef54b8d523" providerId="ADAL" clId="{AB69B662-3E54-45A0-85D6-87615812C759}" dt="2023-09-19T17:30:52.768" v="2394" actId="478"/>
          <ac:spMkLst>
            <pc:docMk/>
            <pc:sldMk cId="1090877273" sldId="259"/>
            <ac:spMk id="50" creationId="{2CBDAFB6-F58E-A2AD-D0C9-55B9923EDDCA}"/>
          </ac:spMkLst>
        </pc:spChg>
        <pc:spChg chg="add mod">
          <ac:chgData name="Kunz Moritz (XC-DX/ESP2)" userId="2ea979ff-b7a2-4096-8966-4fef54b8d523" providerId="ADAL" clId="{AB69B662-3E54-45A0-85D6-87615812C759}" dt="2023-09-19T17:29:23.216" v="2386" actId="1038"/>
          <ac:spMkLst>
            <pc:docMk/>
            <pc:sldMk cId="1090877273" sldId="259"/>
            <ac:spMk id="54" creationId="{BB99DE1E-11B8-9AB7-C02A-14E8BD9A2B3B}"/>
          </ac:spMkLst>
        </pc:spChg>
        <pc:spChg chg="add mod">
          <ac:chgData name="Kunz Moritz (XC-DX/ESP2)" userId="2ea979ff-b7a2-4096-8966-4fef54b8d523" providerId="ADAL" clId="{AB69B662-3E54-45A0-85D6-87615812C759}" dt="2023-09-19T17:16:13.807" v="1612"/>
          <ac:spMkLst>
            <pc:docMk/>
            <pc:sldMk cId="1090877273" sldId="259"/>
            <ac:spMk id="55" creationId="{92023C82-141C-F16E-D276-687C47DDCD13}"/>
          </ac:spMkLst>
        </pc:spChg>
        <pc:spChg chg="add del mod">
          <ac:chgData name="Kunz Moritz (XC-DX/ESP2)" userId="2ea979ff-b7a2-4096-8966-4fef54b8d523" providerId="ADAL" clId="{AB69B662-3E54-45A0-85D6-87615812C759}" dt="2023-09-19T17:28:36.738" v="2349" actId="478"/>
          <ac:spMkLst>
            <pc:docMk/>
            <pc:sldMk cId="1090877273" sldId="259"/>
            <ac:spMk id="56" creationId="{628FFF67-F860-A1E1-B9C1-157386AA4FCB}"/>
          </ac:spMkLst>
        </pc:spChg>
        <pc:spChg chg="add del mod">
          <ac:chgData name="Kunz Moritz (XC-DX/ESP2)" userId="2ea979ff-b7a2-4096-8966-4fef54b8d523" providerId="ADAL" clId="{AB69B662-3E54-45A0-85D6-87615812C759}" dt="2023-09-19T17:28:51.228" v="2363" actId="478"/>
          <ac:spMkLst>
            <pc:docMk/>
            <pc:sldMk cId="1090877273" sldId="259"/>
            <ac:spMk id="65" creationId="{547DC640-A42D-FC32-9551-D8A06F0EDD82}"/>
          </ac:spMkLst>
        </pc:spChg>
        <pc:spChg chg="add del">
          <ac:chgData name="Kunz Moritz (XC-DX/ESP2)" userId="2ea979ff-b7a2-4096-8966-4fef54b8d523" providerId="ADAL" clId="{AB69B662-3E54-45A0-85D6-87615812C759}" dt="2023-09-19T17:26:51.798" v="2297" actId="478"/>
          <ac:spMkLst>
            <pc:docMk/>
            <pc:sldMk cId="1090877273" sldId="259"/>
            <ac:spMk id="66" creationId="{6BB510AB-431D-C46D-A752-A9E4D3400E50}"/>
          </ac:spMkLst>
        </pc:spChg>
        <pc:spChg chg="add del mod">
          <ac:chgData name="Kunz Moritz (XC-DX/ESP2)" userId="2ea979ff-b7a2-4096-8966-4fef54b8d523" providerId="ADAL" clId="{AB69B662-3E54-45A0-85D6-87615812C759}" dt="2023-09-19T17:28:03.311" v="2335" actId="11529"/>
          <ac:spMkLst>
            <pc:docMk/>
            <pc:sldMk cId="1090877273" sldId="259"/>
            <ac:spMk id="67" creationId="{4FCE4077-E993-8FE7-EACD-955D1EF0D719}"/>
          </ac:spMkLst>
        </pc:spChg>
        <pc:spChg chg="add del mod">
          <ac:chgData name="Kunz Moritz (XC-DX/ESP2)" userId="2ea979ff-b7a2-4096-8966-4fef54b8d523" providerId="ADAL" clId="{AB69B662-3E54-45A0-85D6-87615812C759}" dt="2023-09-19T17:28:00.065" v="2330"/>
          <ac:spMkLst>
            <pc:docMk/>
            <pc:sldMk cId="1090877273" sldId="259"/>
            <ac:spMk id="68" creationId="{92B11B7E-32B5-8CCE-45E0-26A579C0ED30}"/>
          </ac:spMkLst>
        </pc:spChg>
        <pc:spChg chg="add del">
          <ac:chgData name="Kunz Moritz (XC-DX/ESP2)" userId="2ea979ff-b7a2-4096-8966-4fef54b8d523" providerId="ADAL" clId="{AB69B662-3E54-45A0-85D6-87615812C759}" dt="2023-09-19T17:27:58.437" v="2326" actId="11529"/>
          <ac:spMkLst>
            <pc:docMk/>
            <pc:sldMk cId="1090877273" sldId="259"/>
            <ac:spMk id="69" creationId="{DAA15D10-3341-B507-6568-76020099A7BE}"/>
          </ac:spMkLst>
        </pc:spChg>
        <pc:spChg chg="add mod">
          <ac:chgData name="Kunz Moritz (XC-DX/ESP2)" userId="2ea979ff-b7a2-4096-8966-4fef54b8d523" providerId="ADAL" clId="{AB69B662-3E54-45A0-85D6-87615812C759}" dt="2023-09-19T17:28:30.259" v="2347" actId="20577"/>
          <ac:spMkLst>
            <pc:docMk/>
            <pc:sldMk cId="1090877273" sldId="259"/>
            <ac:spMk id="70" creationId="{B26BB9D4-3864-1F05-6DDD-5CBB10C340B0}"/>
          </ac:spMkLst>
        </pc:spChg>
        <pc:spChg chg="add mod">
          <ac:chgData name="Kunz Moritz (XC-DX/ESP2)" userId="2ea979ff-b7a2-4096-8966-4fef54b8d523" providerId="ADAL" clId="{AB69B662-3E54-45A0-85D6-87615812C759}" dt="2023-09-19T17:28:48.836" v="2362" actId="20577"/>
          <ac:spMkLst>
            <pc:docMk/>
            <pc:sldMk cId="1090877273" sldId="259"/>
            <ac:spMk id="71" creationId="{32382CF5-3197-A99B-D929-5BF8F7929E19}"/>
          </ac:spMkLst>
        </pc:spChg>
        <pc:grpChg chg="add del mod">
          <ac:chgData name="Kunz Moritz (XC-DX/ESP2)" userId="2ea979ff-b7a2-4096-8966-4fef54b8d523" providerId="ADAL" clId="{AB69B662-3E54-45A0-85D6-87615812C759}" dt="2023-09-19T17:16:13.049" v="1611" actId="478"/>
          <ac:grpSpMkLst>
            <pc:docMk/>
            <pc:sldMk cId="1090877273" sldId="259"/>
            <ac:grpSpMk id="4" creationId="{D280019E-BCBD-9787-A55B-DCB0E0AD7230}"/>
          </ac:grpSpMkLst>
        </pc:grpChg>
        <pc:grpChg chg="del">
          <ac:chgData name="Kunz Moritz (XC-DX/ESP2)" userId="2ea979ff-b7a2-4096-8966-4fef54b8d523" providerId="ADAL" clId="{AB69B662-3E54-45A0-85D6-87615812C759}" dt="2023-09-19T17:14:52.334" v="1561" actId="478"/>
          <ac:grpSpMkLst>
            <pc:docMk/>
            <pc:sldMk cId="1090877273" sldId="259"/>
            <ac:grpSpMk id="6" creationId="{399B344B-8CD8-6769-D0D9-D19616487E70}"/>
          </ac:grpSpMkLst>
        </pc:grpChg>
        <pc:grpChg chg="add del mod">
          <ac:chgData name="Kunz Moritz (XC-DX/ESP2)" userId="2ea979ff-b7a2-4096-8966-4fef54b8d523" providerId="ADAL" clId="{AB69B662-3E54-45A0-85D6-87615812C759}" dt="2023-09-19T17:16:12.063" v="1610"/>
          <ac:grpSpMkLst>
            <pc:docMk/>
            <pc:sldMk cId="1090877273" sldId="259"/>
            <ac:grpSpMk id="32" creationId="{201DF9A6-BD3C-4856-5203-B200A6EBC27C}"/>
          </ac:grpSpMkLst>
        </pc:grpChg>
        <pc:grpChg chg="add del mod">
          <ac:chgData name="Kunz Moritz (XC-DX/ESP2)" userId="2ea979ff-b7a2-4096-8966-4fef54b8d523" providerId="ADAL" clId="{AB69B662-3E54-45A0-85D6-87615812C759}" dt="2023-09-19T17:30:52.768" v="2394" actId="478"/>
          <ac:grpSpMkLst>
            <pc:docMk/>
            <pc:sldMk cId="1090877273" sldId="259"/>
            <ac:grpSpMk id="45" creationId="{4ACC7A7D-5CAD-06C5-5554-C1F8C4CE16B1}"/>
          </ac:grpSpMkLst>
        </pc:grpChg>
        <pc:graphicFrameChg chg="del">
          <ac:chgData name="Kunz Moritz (XC-DX/ESP2)" userId="2ea979ff-b7a2-4096-8966-4fef54b8d523" providerId="ADAL" clId="{AB69B662-3E54-45A0-85D6-87615812C759}" dt="2023-09-19T17:14:52.334" v="1561" actId="478"/>
          <ac:graphicFrameMkLst>
            <pc:docMk/>
            <pc:sldMk cId="1090877273" sldId="259"/>
            <ac:graphicFrameMk id="13" creationId="{5F383565-1025-C287-2295-F996BA0AF610}"/>
          </ac:graphicFrameMkLst>
        </pc:graphicFrameChg>
        <pc:graphicFrameChg chg="add del mod">
          <ac:chgData name="Kunz Moritz (XC-DX/ESP2)" userId="2ea979ff-b7a2-4096-8966-4fef54b8d523" providerId="ADAL" clId="{AB69B662-3E54-45A0-85D6-87615812C759}" dt="2023-09-19T17:16:13.049" v="1611" actId="478"/>
          <ac:graphicFrameMkLst>
            <pc:docMk/>
            <pc:sldMk cId="1090877273" sldId="259"/>
            <ac:graphicFrameMk id="25" creationId="{156184FC-A410-E166-274E-7E8E69304B6A}"/>
          </ac:graphicFrameMkLst>
        </pc:graphicFrameChg>
        <pc:graphicFrameChg chg="add del mod">
          <ac:chgData name="Kunz Moritz (XC-DX/ESP2)" userId="2ea979ff-b7a2-4096-8966-4fef54b8d523" providerId="ADAL" clId="{AB69B662-3E54-45A0-85D6-87615812C759}" dt="2023-09-19T17:16:12.063" v="1610"/>
          <ac:graphicFrameMkLst>
            <pc:docMk/>
            <pc:sldMk cId="1090877273" sldId="259"/>
            <ac:graphicFrameMk id="38" creationId="{A76114DE-DC1E-67C6-298A-0663E3373515}"/>
          </ac:graphicFrameMkLst>
        </pc:graphicFrameChg>
        <pc:graphicFrameChg chg="add mod">
          <ac:chgData name="Kunz Moritz (XC-DX/ESP2)" userId="2ea979ff-b7a2-4096-8966-4fef54b8d523" providerId="ADAL" clId="{AB69B662-3E54-45A0-85D6-87615812C759}" dt="2023-09-19T17:18:19.233" v="1621" actId="14100"/>
          <ac:graphicFrameMkLst>
            <pc:docMk/>
            <pc:sldMk cId="1090877273" sldId="259"/>
            <ac:graphicFrameMk id="51" creationId="{0FD9E5F0-06C0-E97B-23C0-AC8E33097AA3}"/>
          </ac:graphicFrameMkLst>
        </pc:graphicFrameChg>
        <pc:picChg chg="del">
          <ac:chgData name="Kunz Moritz (XC-DX/ESP2)" userId="2ea979ff-b7a2-4096-8966-4fef54b8d523" providerId="ADAL" clId="{AB69B662-3E54-45A0-85D6-87615812C759}" dt="2023-09-19T17:14:52.334" v="1561" actId="478"/>
          <ac:picMkLst>
            <pc:docMk/>
            <pc:sldMk cId="1090877273" sldId="259"/>
            <ac:picMk id="9" creationId="{CAA1111A-91B3-EEAD-5227-D10A355D115F}"/>
          </ac:picMkLst>
        </pc:picChg>
        <pc:picChg chg="mod">
          <ac:chgData name="Kunz Moritz (XC-DX/ESP2)" userId="2ea979ff-b7a2-4096-8966-4fef54b8d523" providerId="ADAL" clId="{AB69B662-3E54-45A0-85D6-87615812C759}" dt="2023-09-19T17:14:52.882" v="1562"/>
          <ac:picMkLst>
            <pc:docMk/>
            <pc:sldMk cId="1090877273" sldId="259"/>
            <ac:picMk id="21" creationId="{7F0F74C1-E438-6FDA-935D-BE08CD4824A8}"/>
          </ac:picMkLst>
        </pc:picChg>
        <pc:picChg chg="add del mod">
          <ac:chgData name="Kunz Moritz (XC-DX/ESP2)" userId="2ea979ff-b7a2-4096-8966-4fef54b8d523" providerId="ADAL" clId="{AB69B662-3E54-45A0-85D6-87615812C759}" dt="2023-09-19T17:16:13.049" v="1611" actId="478"/>
          <ac:picMkLst>
            <pc:docMk/>
            <pc:sldMk cId="1090877273" sldId="259"/>
            <ac:picMk id="22" creationId="{68F24DEB-B9ED-F0EE-67CA-08961AEB5E29}"/>
          </ac:picMkLst>
        </pc:picChg>
        <pc:picChg chg="mod">
          <ac:chgData name="Kunz Moritz (XC-DX/ESP2)" userId="2ea979ff-b7a2-4096-8966-4fef54b8d523" providerId="ADAL" clId="{AB69B662-3E54-45A0-85D6-87615812C759}" dt="2023-09-19T17:16:10.485" v="1609"/>
          <ac:picMkLst>
            <pc:docMk/>
            <pc:sldMk cId="1090877273" sldId="259"/>
            <ac:picMk id="34" creationId="{62E586F0-CC50-8212-5036-25654974CE63}"/>
          </ac:picMkLst>
        </pc:picChg>
        <pc:picChg chg="add del mod">
          <ac:chgData name="Kunz Moritz (XC-DX/ESP2)" userId="2ea979ff-b7a2-4096-8966-4fef54b8d523" providerId="ADAL" clId="{AB69B662-3E54-45A0-85D6-87615812C759}" dt="2023-09-19T17:16:12.063" v="1610"/>
          <ac:picMkLst>
            <pc:docMk/>
            <pc:sldMk cId="1090877273" sldId="259"/>
            <ac:picMk id="35" creationId="{9D5AC233-B1FC-77D7-1B91-B06ECF6CF407}"/>
          </ac:picMkLst>
        </pc:picChg>
        <pc:picChg chg="mod">
          <ac:chgData name="Kunz Moritz (XC-DX/ESP2)" userId="2ea979ff-b7a2-4096-8966-4fef54b8d523" providerId="ADAL" clId="{AB69B662-3E54-45A0-85D6-87615812C759}" dt="2023-09-19T17:16:13.807" v="1612"/>
          <ac:picMkLst>
            <pc:docMk/>
            <pc:sldMk cId="1090877273" sldId="259"/>
            <ac:picMk id="47" creationId="{31CA4E88-A6C6-3949-DC9A-3FA41CC21D14}"/>
          </ac:picMkLst>
        </pc:picChg>
        <pc:picChg chg="add del mod">
          <ac:chgData name="Kunz Moritz (XC-DX/ESP2)" userId="2ea979ff-b7a2-4096-8966-4fef54b8d523" providerId="ADAL" clId="{AB69B662-3E54-45A0-85D6-87615812C759}" dt="2023-09-19T17:30:52.768" v="2394" actId="478"/>
          <ac:picMkLst>
            <pc:docMk/>
            <pc:sldMk cId="1090877273" sldId="259"/>
            <ac:picMk id="48" creationId="{AB9DC269-9AAB-39AF-133E-A09EA2E7FB83}"/>
          </ac:picMkLst>
        </pc:picChg>
        <pc:cxnChg chg="del mod">
          <ac:chgData name="Kunz Moritz (XC-DX/ESP2)" userId="2ea979ff-b7a2-4096-8966-4fef54b8d523" providerId="ADAL" clId="{AB69B662-3E54-45A0-85D6-87615812C759}" dt="2023-09-19T17:14:52.334" v="1561" actId="478"/>
          <ac:cxnSpMkLst>
            <pc:docMk/>
            <pc:sldMk cId="1090877273" sldId="259"/>
            <ac:cxnSpMk id="14" creationId="{9E04D10D-4627-47D2-4323-E8A06DDEB2DD}"/>
          </ac:cxnSpMkLst>
        </pc:cxnChg>
        <pc:cxnChg chg="del">
          <ac:chgData name="Kunz Moritz (XC-DX/ESP2)" userId="2ea979ff-b7a2-4096-8966-4fef54b8d523" providerId="ADAL" clId="{AB69B662-3E54-45A0-85D6-87615812C759}" dt="2023-09-19T17:14:52.334" v="1561" actId="478"/>
          <ac:cxnSpMkLst>
            <pc:docMk/>
            <pc:sldMk cId="1090877273" sldId="259"/>
            <ac:cxnSpMk id="15" creationId="{28FD6FAD-AEED-2945-0A8E-33222EB21872}"/>
          </ac:cxnSpMkLst>
        </pc:cxnChg>
        <pc:cxnChg chg="del">
          <ac:chgData name="Kunz Moritz (XC-DX/ESP2)" userId="2ea979ff-b7a2-4096-8966-4fef54b8d523" providerId="ADAL" clId="{AB69B662-3E54-45A0-85D6-87615812C759}" dt="2023-09-19T17:14:52.334" v="1561" actId="478"/>
          <ac:cxnSpMkLst>
            <pc:docMk/>
            <pc:sldMk cId="1090877273" sldId="259"/>
            <ac:cxnSpMk id="19" creationId="{184CFE29-513D-CD84-61B2-3F5A8F001C79}"/>
          </ac:cxnSpMkLst>
        </pc:cxnChg>
        <pc:cxnChg chg="add del mod">
          <ac:chgData name="Kunz Moritz (XC-DX/ESP2)" userId="2ea979ff-b7a2-4096-8966-4fef54b8d523" providerId="ADAL" clId="{AB69B662-3E54-45A0-85D6-87615812C759}" dt="2023-09-19T17:16:13.049" v="1611" actId="478"/>
          <ac:cxnSpMkLst>
            <pc:docMk/>
            <pc:sldMk cId="1090877273" sldId="259"/>
            <ac:cxnSpMk id="26" creationId="{9C07C536-4E93-4EF0-7C36-4A2B6BDEACE7}"/>
          </ac:cxnSpMkLst>
        </pc:cxnChg>
        <pc:cxnChg chg="add del mod">
          <ac:chgData name="Kunz Moritz (XC-DX/ESP2)" userId="2ea979ff-b7a2-4096-8966-4fef54b8d523" providerId="ADAL" clId="{AB69B662-3E54-45A0-85D6-87615812C759}" dt="2023-09-19T17:16:13.049" v="1611" actId="478"/>
          <ac:cxnSpMkLst>
            <pc:docMk/>
            <pc:sldMk cId="1090877273" sldId="259"/>
            <ac:cxnSpMk id="27" creationId="{2A33E4A5-41C9-C712-37FC-AB95A3C043ED}"/>
          </ac:cxnSpMkLst>
        </pc:cxnChg>
        <pc:cxnChg chg="add del mod">
          <ac:chgData name="Kunz Moritz (XC-DX/ESP2)" userId="2ea979ff-b7a2-4096-8966-4fef54b8d523" providerId="ADAL" clId="{AB69B662-3E54-45A0-85D6-87615812C759}" dt="2023-09-19T17:16:13.049" v="1611" actId="478"/>
          <ac:cxnSpMkLst>
            <pc:docMk/>
            <pc:sldMk cId="1090877273" sldId="259"/>
            <ac:cxnSpMk id="31" creationId="{3E0D601A-AB8C-E67D-0BEF-BCEBDEC7F587}"/>
          </ac:cxnSpMkLst>
        </pc:cxnChg>
        <pc:cxnChg chg="add del mod">
          <ac:chgData name="Kunz Moritz (XC-DX/ESP2)" userId="2ea979ff-b7a2-4096-8966-4fef54b8d523" providerId="ADAL" clId="{AB69B662-3E54-45A0-85D6-87615812C759}" dt="2023-09-19T17:16:12.063" v="1610"/>
          <ac:cxnSpMkLst>
            <pc:docMk/>
            <pc:sldMk cId="1090877273" sldId="259"/>
            <ac:cxnSpMk id="39" creationId="{10C96E34-EF30-8BAA-7098-0EF491B5EB7C}"/>
          </ac:cxnSpMkLst>
        </pc:cxnChg>
        <pc:cxnChg chg="add del mod">
          <ac:chgData name="Kunz Moritz (XC-DX/ESP2)" userId="2ea979ff-b7a2-4096-8966-4fef54b8d523" providerId="ADAL" clId="{AB69B662-3E54-45A0-85D6-87615812C759}" dt="2023-09-19T17:16:12.063" v="1610"/>
          <ac:cxnSpMkLst>
            <pc:docMk/>
            <pc:sldMk cId="1090877273" sldId="259"/>
            <ac:cxnSpMk id="40" creationId="{D7FDBDC0-FA56-FAE1-076D-B306DA14B64A}"/>
          </ac:cxnSpMkLst>
        </pc:cxnChg>
        <pc:cxnChg chg="add del mod">
          <ac:chgData name="Kunz Moritz (XC-DX/ESP2)" userId="2ea979ff-b7a2-4096-8966-4fef54b8d523" providerId="ADAL" clId="{AB69B662-3E54-45A0-85D6-87615812C759}" dt="2023-09-19T17:16:12.063" v="1610"/>
          <ac:cxnSpMkLst>
            <pc:docMk/>
            <pc:sldMk cId="1090877273" sldId="259"/>
            <ac:cxnSpMk id="44" creationId="{3B9F5A07-5F20-A113-0771-6A229921B70D}"/>
          </ac:cxnSpMkLst>
        </pc:cxnChg>
        <pc:cxnChg chg="add del mod">
          <ac:chgData name="Kunz Moritz (XC-DX/ESP2)" userId="2ea979ff-b7a2-4096-8966-4fef54b8d523" providerId="ADAL" clId="{AB69B662-3E54-45A0-85D6-87615812C759}" dt="2023-09-19T17:32:33.438" v="2430" actId="1076"/>
          <ac:cxnSpMkLst>
            <pc:docMk/>
            <pc:sldMk cId="1090877273" sldId="259"/>
            <ac:cxnSpMk id="52" creationId="{AFBAABA4-78D9-CF24-BC04-ED4A8AE46191}"/>
          </ac:cxnSpMkLst>
        </pc:cxnChg>
        <pc:cxnChg chg="add del mod">
          <ac:chgData name="Kunz Moritz (XC-DX/ESP2)" userId="2ea979ff-b7a2-4096-8966-4fef54b8d523" providerId="ADAL" clId="{AB69B662-3E54-45A0-85D6-87615812C759}" dt="2023-09-19T17:30:52.768" v="2394" actId="478"/>
          <ac:cxnSpMkLst>
            <pc:docMk/>
            <pc:sldMk cId="1090877273" sldId="259"/>
            <ac:cxnSpMk id="53" creationId="{8511F9A6-6081-1352-7EFE-DF2E0A16ADB1}"/>
          </ac:cxnSpMkLst>
        </pc:cxnChg>
        <pc:cxnChg chg="add mod">
          <ac:chgData name="Kunz Moritz (XC-DX/ESP2)" userId="2ea979ff-b7a2-4096-8966-4fef54b8d523" providerId="ADAL" clId="{AB69B662-3E54-45A0-85D6-87615812C759}" dt="2023-09-19T17:29:33.204" v="2388" actId="14100"/>
          <ac:cxnSpMkLst>
            <pc:docMk/>
            <pc:sldMk cId="1090877273" sldId="259"/>
            <ac:cxnSpMk id="57" creationId="{3FB5CC72-7B94-F3BD-6E01-32616E8E955F}"/>
          </ac:cxnSpMkLst>
        </pc:cxnChg>
        <pc:cxnChg chg="add mod">
          <ac:chgData name="Kunz Moritz (XC-DX/ESP2)" userId="2ea979ff-b7a2-4096-8966-4fef54b8d523" providerId="ADAL" clId="{AB69B662-3E54-45A0-85D6-87615812C759}" dt="2023-09-19T17:29:23.216" v="2386" actId="1038"/>
          <ac:cxnSpMkLst>
            <pc:docMk/>
            <pc:sldMk cId="1090877273" sldId="259"/>
            <ac:cxnSpMk id="72" creationId="{FA167D6F-CDF0-C9F7-460F-E486FF7A7575}"/>
          </ac:cxnSpMkLst>
        </pc:cxnChg>
      </pc:sldChg>
      <pc:sldChg chg="modSp del">
        <pc:chgData name="Kunz Moritz (XC-DX/ESP2)" userId="2ea979ff-b7a2-4096-8966-4fef54b8d523" providerId="ADAL" clId="{AB69B662-3E54-45A0-85D6-87615812C759}" dt="2023-09-20T08:22:35.335" v="3381" actId="47"/>
        <pc:sldMkLst>
          <pc:docMk/>
          <pc:sldMk cId="859071478" sldId="262"/>
        </pc:sldMkLst>
        <pc:spChg chg="mod">
          <ac:chgData name="Kunz Moritz (XC-DX/ESP2)" userId="2ea979ff-b7a2-4096-8966-4fef54b8d523" providerId="ADAL" clId="{AB69B662-3E54-45A0-85D6-87615812C759}" dt="2023-09-19T15:46:03.654" v="3"/>
          <ac:spMkLst>
            <pc:docMk/>
            <pc:sldMk cId="859071478" sldId="262"/>
            <ac:spMk id="2" creationId="{6719B45B-7340-5D2E-97C2-EC9AFC577FB0}"/>
          </ac:spMkLst>
        </pc:spChg>
        <pc:spChg chg="mod">
          <ac:chgData name="Kunz Moritz (XC-DX/ESP2)" userId="2ea979ff-b7a2-4096-8966-4fef54b8d523" providerId="ADAL" clId="{AB69B662-3E54-45A0-85D6-87615812C759}" dt="2023-09-19T15:46:03.654" v="3"/>
          <ac:spMkLst>
            <pc:docMk/>
            <pc:sldMk cId="859071478" sldId="262"/>
            <ac:spMk id="3" creationId="{E01CCF6A-E754-9091-5687-0B6DA4FF194F}"/>
          </ac:spMkLst>
        </pc:spChg>
      </pc:sldChg>
      <pc:sldChg chg="modSp mod">
        <pc:chgData name="Kunz Moritz (XC-DX/ESP2)" userId="2ea979ff-b7a2-4096-8966-4fef54b8d523" providerId="ADAL" clId="{AB69B662-3E54-45A0-85D6-87615812C759}" dt="2023-09-20T09:00:34.556" v="3595" actId="14100"/>
        <pc:sldMkLst>
          <pc:docMk/>
          <pc:sldMk cId="47931616" sldId="263"/>
        </pc:sldMkLst>
        <pc:spChg chg="mod">
          <ac:chgData name="Kunz Moritz (XC-DX/ESP2)" userId="2ea979ff-b7a2-4096-8966-4fef54b8d523" providerId="ADAL" clId="{AB69B662-3E54-45A0-85D6-87615812C759}" dt="2023-09-19T16:55:17.579" v="1375" actId="6549"/>
          <ac:spMkLst>
            <pc:docMk/>
            <pc:sldMk cId="47931616" sldId="263"/>
            <ac:spMk id="2" creationId="{FD872A86-C08B-B2EF-D58E-E2ED185D4CA0}"/>
          </ac:spMkLst>
        </pc:spChg>
        <pc:spChg chg="mod">
          <ac:chgData name="Kunz Moritz (XC-DX/ESP2)" userId="2ea979ff-b7a2-4096-8966-4fef54b8d523" providerId="ADAL" clId="{AB69B662-3E54-45A0-85D6-87615812C759}" dt="2023-09-19T15:46:03.654" v="3"/>
          <ac:spMkLst>
            <pc:docMk/>
            <pc:sldMk cId="47931616" sldId="263"/>
            <ac:spMk id="3" creationId="{ADBE95A3-478A-858C-14CA-A984AADFC53F}"/>
          </ac:spMkLst>
        </pc:spChg>
        <pc:picChg chg="mod">
          <ac:chgData name="Kunz Moritz (XC-DX/ESP2)" userId="2ea979ff-b7a2-4096-8966-4fef54b8d523" providerId="ADAL" clId="{AB69B662-3E54-45A0-85D6-87615812C759}" dt="2023-09-20T09:00:34.556" v="3595" actId="14100"/>
          <ac:picMkLst>
            <pc:docMk/>
            <pc:sldMk cId="47931616" sldId="263"/>
            <ac:picMk id="7" creationId="{A2E92CA4-5A5D-77BD-9A65-7DADE7326EF1}"/>
          </ac:picMkLst>
        </pc:picChg>
      </pc:sldChg>
      <pc:sldChg chg="del">
        <pc:chgData name="Kunz Moritz (XC-DX/ESP2)" userId="2ea979ff-b7a2-4096-8966-4fef54b8d523" providerId="ADAL" clId="{AB69B662-3E54-45A0-85D6-87615812C759}" dt="2023-09-19T15:45:46.197" v="2" actId="47"/>
        <pc:sldMkLst>
          <pc:docMk/>
          <pc:sldMk cId="1896280068" sldId="264"/>
        </pc:sldMkLst>
      </pc:sldChg>
      <pc:sldChg chg="addSp delSp modSp mod modNotes modNotesTx">
        <pc:chgData name="Kunz Moritz (XC-DX/ESP2)" userId="2ea979ff-b7a2-4096-8966-4fef54b8d523" providerId="ADAL" clId="{AB69B662-3E54-45A0-85D6-87615812C759}" dt="2023-09-20T10:59:30.402" v="4063" actId="20577"/>
        <pc:sldMkLst>
          <pc:docMk/>
          <pc:sldMk cId="3244492518" sldId="265"/>
        </pc:sldMkLst>
        <pc:spChg chg="mod">
          <ac:chgData name="Kunz Moritz (XC-DX/ESP2)" userId="2ea979ff-b7a2-4096-8966-4fef54b8d523" providerId="ADAL" clId="{AB69B662-3E54-45A0-85D6-87615812C759}" dt="2023-09-19T15:46:03.654" v="3"/>
          <ac:spMkLst>
            <pc:docMk/>
            <pc:sldMk cId="3244492518" sldId="265"/>
            <ac:spMk id="2" creationId="{7BF8D18B-FA07-D3C0-5229-AFD6300C7A44}"/>
          </ac:spMkLst>
        </pc:spChg>
        <pc:spChg chg="add del mod">
          <ac:chgData name="Kunz Moritz (XC-DX/ESP2)" userId="2ea979ff-b7a2-4096-8966-4fef54b8d523" providerId="ADAL" clId="{AB69B662-3E54-45A0-85D6-87615812C759}" dt="2023-09-19T16:04:08.448" v="423" actId="478"/>
          <ac:spMkLst>
            <pc:docMk/>
            <pc:sldMk cId="3244492518" sldId="265"/>
            <ac:spMk id="5" creationId="{797B1866-585D-0A23-295E-F1F2BC03B178}"/>
          </ac:spMkLst>
        </pc:spChg>
        <pc:spChg chg="add mod">
          <ac:chgData name="Kunz Moritz (XC-DX/ESP2)" userId="2ea979ff-b7a2-4096-8966-4fef54b8d523" providerId="ADAL" clId="{AB69B662-3E54-45A0-85D6-87615812C759}" dt="2023-09-19T16:04:05.365" v="422" actId="767"/>
          <ac:spMkLst>
            <pc:docMk/>
            <pc:sldMk cId="3244492518" sldId="265"/>
            <ac:spMk id="7" creationId="{B506EAAE-4AC6-A47F-FC38-A130A4552E82}"/>
          </ac:spMkLst>
        </pc:spChg>
        <pc:spChg chg="add mod">
          <ac:chgData name="Kunz Moritz (XC-DX/ESP2)" userId="2ea979ff-b7a2-4096-8966-4fef54b8d523" providerId="ADAL" clId="{AB69B662-3E54-45A0-85D6-87615812C759}" dt="2023-09-19T16:09:24.604" v="559" actId="113"/>
          <ac:spMkLst>
            <pc:docMk/>
            <pc:sldMk cId="3244492518" sldId="265"/>
            <ac:spMk id="9" creationId="{202386FC-409B-25C0-0A56-E23FBCE65B0F}"/>
          </ac:spMkLst>
        </pc:spChg>
        <pc:spChg chg="mod">
          <ac:chgData name="Kunz Moritz (XC-DX/ESP2)" userId="2ea979ff-b7a2-4096-8966-4fef54b8d523" providerId="ADAL" clId="{AB69B662-3E54-45A0-85D6-87615812C759}" dt="2023-09-20T08:43:21.715" v="3491" actId="20577"/>
          <ac:spMkLst>
            <pc:docMk/>
            <pc:sldMk cId="3244492518" sldId="265"/>
            <ac:spMk id="10" creationId="{6400BBDF-71C5-D104-399C-8F940E547479}"/>
          </ac:spMkLst>
        </pc:spChg>
        <pc:spChg chg="add del mod">
          <ac:chgData name="Kunz Moritz (XC-DX/ESP2)" userId="2ea979ff-b7a2-4096-8966-4fef54b8d523" providerId="ADAL" clId="{AB69B662-3E54-45A0-85D6-87615812C759}" dt="2023-09-19T16:05:43.053" v="508" actId="478"/>
          <ac:spMkLst>
            <pc:docMk/>
            <pc:sldMk cId="3244492518" sldId="265"/>
            <ac:spMk id="11" creationId="{45C43632-6F21-7DD1-9711-5588A09E9B1C}"/>
          </ac:spMkLst>
        </pc:spChg>
        <pc:spChg chg="add mod">
          <ac:chgData name="Kunz Moritz (XC-DX/ESP2)" userId="2ea979ff-b7a2-4096-8966-4fef54b8d523" providerId="ADAL" clId="{AB69B662-3E54-45A0-85D6-87615812C759}" dt="2023-09-19T16:09:36.205" v="560" actId="1076"/>
          <ac:spMkLst>
            <pc:docMk/>
            <pc:sldMk cId="3244492518" sldId="265"/>
            <ac:spMk id="12" creationId="{059CEBE6-F4CF-2ACF-7BBD-80A515D31084}"/>
          </ac:spMkLst>
        </pc:spChg>
        <pc:spChg chg="add del mod">
          <ac:chgData name="Kunz Moritz (XC-DX/ESP2)" userId="2ea979ff-b7a2-4096-8966-4fef54b8d523" providerId="ADAL" clId="{AB69B662-3E54-45A0-85D6-87615812C759}" dt="2023-09-19T16:06:38.217" v="520" actId="478"/>
          <ac:spMkLst>
            <pc:docMk/>
            <pc:sldMk cId="3244492518" sldId="265"/>
            <ac:spMk id="13" creationId="{E5150A15-E712-1E48-AAAC-128A5E54AAE2}"/>
          </ac:spMkLst>
        </pc:spChg>
        <pc:spChg chg="add mod">
          <ac:chgData name="Kunz Moritz (XC-DX/ESP2)" userId="2ea979ff-b7a2-4096-8966-4fef54b8d523" providerId="ADAL" clId="{AB69B662-3E54-45A0-85D6-87615812C759}" dt="2023-09-19T16:09:02.148" v="555" actId="1076"/>
          <ac:spMkLst>
            <pc:docMk/>
            <pc:sldMk cId="3244492518" sldId="265"/>
            <ac:spMk id="14" creationId="{38C086BA-8B2B-2B94-506F-C9D01FA74310}"/>
          </ac:spMkLst>
        </pc:spChg>
        <pc:spChg chg="add mod">
          <ac:chgData name="Kunz Moritz (XC-DX/ESP2)" userId="2ea979ff-b7a2-4096-8966-4fef54b8d523" providerId="ADAL" clId="{AB69B662-3E54-45A0-85D6-87615812C759}" dt="2023-09-19T16:06:41.326" v="521" actId="1076"/>
          <ac:spMkLst>
            <pc:docMk/>
            <pc:sldMk cId="3244492518" sldId="265"/>
            <ac:spMk id="15" creationId="{12E912F9-2004-91BC-3410-4BC006219774}"/>
          </ac:spMkLst>
        </pc:spChg>
        <pc:spChg chg="add mod">
          <ac:chgData name="Kunz Moritz (XC-DX/ESP2)" userId="2ea979ff-b7a2-4096-8966-4fef54b8d523" providerId="ADAL" clId="{AB69B662-3E54-45A0-85D6-87615812C759}" dt="2023-09-19T16:09:02.148" v="555" actId="1076"/>
          <ac:spMkLst>
            <pc:docMk/>
            <pc:sldMk cId="3244492518" sldId="265"/>
            <ac:spMk id="16" creationId="{FE90BC21-944A-2AED-26BA-89CAC1020920}"/>
          </ac:spMkLst>
        </pc:spChg>
        <pc:spChg chg="add mod">
          <ac:chgData name="Kunz Moritz (XC-DX/ESP2)" userId="2ea979ff-b7a2-4096-8966-4fef54b8d523" providerId="ADAL" clId="{AB69B662-3E54-45A0-85D6-87615812C759}" dt="2023-09-19T16:09:02.148" v="555" actId="1076"/>
          <ac:spMkLst>
            <pc:docMk/>
            <pc:sldMk cId="3244492518" sldId="265"/>
            <ac:spMk id="17" creationId="{CE030F1F-1194-3DBE-553E-FDA1AB013F59}"/>
          </ac:spMkLst>
        </pc:spChg>
        <pc:spChg chg="add mod">
          <ac:chgData name="Kunz Moritz (XC-DX/ESP2)" userId="2ea979ff-b7a2-4096-8966-4fef54b8d523" providerId="ADAL" clId="{AB69B662-3E54-45A0-85D6-87615812C759}" dt="2023-09-19T16:09:10.292" v="557" actId="1076"/>
          <ac:spMkLst>
            <pc:docMk/>
            <pc:sldMk cId="3244492518" sldId="265"/>
            <ac:spMk id="18" creationId="{5526DA9D-45B6-71E5-5308-A5C23B4B940D}"/>
          </ac:spMkLst>
        </pc:spChg>
        <pc:spChg chg="add mod">
          <ac:chgData name="Kunz Moritz (XC-DX/ESP2)" userId="2ea979ff-b7a2-4096-8966-4fef54b8d523" providerId="ADAL" clId="{AB69B662-3E54-45A0-85D6-87615812C759}" dt="2023-09-19T16:09:02.148" v="555" actId="1076"/>
          <ac:spMkLst>
            <pc:docMk/>
            <pc:sldMk cId="3244492518" sldId="265"/>
            <ac:spMk id="19" creationId="{BC97F746-51D6-E91A-4A35-85132843659E}"/>
          </ac:spMkLst>
        </pc:spChg>
        <pc:picChg chg="del">
          <ac:chgData name="Kunz Moritz (XC-DX/ESP2)" userId="2ea979ff-b7a2-4096-8966-4fef54b8d523" providerId="ADAL" clId="{AB69B662-3E54-45A0-85D6-87615812C759}" dt="2023-09-19T16:00:52.443" v="301" actId="478"/>
          <ac:picMkLst>
            <pc:docMk/>
            <pc:sldMk cId="3244492518" sldId="265"/>
            <ac:picMk id="8" creationId="{9693EAF8-35B5-9997-539A-7ACCB1B9DB31}"/>
          </ac:picMkLst>
        </pc:picChg>
      </pc:sldChg>
      <pc:sldChg chg="addSp delSp modSp mod modClrScheme chgLayout">
        <pc:chgData name="Kunz Moritz (XC-DX/ESP2)" userId="2ea979ff-b7a2-4096-8966-4fef54b8d523" providerId="ADAL" clId="{AB69B662-3E54-45A0-85D6-87615812C759}" dt="2023-09-20T08:44:15.835" v="3492" actId="20578"/>
        <pc:sldMkLst>
          <pc:docMk/>
          <pc:sldMk cId="2072145455" sldId="267"/>
        </pc:sldMkLst>
        <pc:spChg chg="mod ord">
          <ac:chgData name="Kunz Moritz (XC-DX/ESP2)" userId="2ea979ff-b7a2-4096-8966-4fef54b8d523" providerId="ADAL" clId="{AB69B662-3E54-45A0-85D6-87615812C759}" dt="2023-09-19T16:11:17.845" v="567" actId="700"/>
          <ac:spMkLst>
            <pc:docMk/>
            <pc:sldMk cId="2072145455" sldId="267"/>
            <ac:spMk id="2" creationId="{D4195BE8-370F-765A-552D-0CED99A98AA9}"/>
          </ac:spMkLst>
        </pc:spChg>
        <pc:spChg chg="mod ord">
          <ac:chgData name="Kunz Moritz (XC-DX/ESP2)" userId="2ea979ff-b7a2-4096-8966-4fef54b8d523" providerId="ADAL" clId="{AB69B662-3E54-45A0-85D6-87615812C759}" dt="2023-09-19T16:11:17.845" v="567" actId="700"/>
          <ac:spMkLst>
            <pc:docMk/>
            <pc:sldMk cId="2072145455" sldId="267"/>
            <ac:spMk id="3" creationId="{901E58B2-C1CF-1669-E99A-913F8146A62D}"/>
          </ac:spMkLst>
        </pc:spChg>
        <pc:spChg chg="mod ord">
          <ac:chgData name="Kunz Moritz (XC-DX/ESP2)" userId="2ea979ff-b7a2-4096-8966-4fef54b8d523" providerId="ADAL" clId="{AB69B662-3E54-45A0-85D6-87615812C759}" dt="2023-09-20T08:44:15.835" v="3492" actId="20578"/>
          <ac:spMkLst>
            <pc:docMk/>
            <pc:sldMk cId="2072145455" sldId="267"/>
            <ac:spMk id="4" creationId="{E8FF31EE-F49A-C4D1-D1F7-525C8E9DE8F7}"/>
          </ac:spMkLst>
        </pc:spChg>
        <pc:spChg chg="mod ord">
          <ac:chgData name="Kunz Moritz (XC-DX/ESP2)" userId="2ea979ff-b7a2-4096-8966-4fef54b8d523" providerId="ADAL" clId="{AB69B662-3E54-45A0-85D6-87615812C759}" dt="2023-09-19T16:11:17.845" v="567" actId="700"/>
          <ac:spMkLst>
            <pc:docMk/>
            <pc:sldMk cId="2072145455" sldId="267"/>
            <ac:spMk id="5" creationId="{C7229020-A86B-91CE-253F-055AEB54F73D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6" creationId="{6B4CEC34-FEA1-4CB8-14FF-8607D1282E5F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7" creationId="{26C03FFB-69FE-90F3-69E7-71EAA3534A91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8" creationId="{5C8F9364-8452-CDB0-F613-A85369D19BED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9" creationId="{384DC85C-68FC-44E2-EC47-69849A23E2F0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10" creationId="{2407A3C4-1310-71A0-6DFC-4A0577F8C042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2" creationId="{0DE7A84F-8CDA-20AD-FDCF-96ADA0B4318B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3" creationId="{48C27B46-46DF-3FB7-0705-9E222E85D946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4" creationId="{FC53C1D5-A1E7-2A2F-4E74-83185542EE35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5" creationId="{ABFAF2C9-69F5-4E6A-56E0-3C1D88D907CA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6" creationId="{94B0721F-852C-F5D6-850E-C3FFCDFD57E6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7" creationId="{AE4F62D2-A09C-92B5-C3F5-F7E46B959C2D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8" creationId="{0853DA4A-6ADF-A023-698E-D061A77676DB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29" creationId="{EA9B36E8-7AB1-1B45-1B3C-7FA98325419A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30" creationId="{66425796-5B69-4C97-E864-08676B78F0CF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31" creationId="{3E5BBD6C-D5BE-959B-F58F-2604B11BDBAD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32" creationId="{BD8FDFF9-3B10-7F56-DFB2-BD084B44634D}"/>
          </ac:spMkLst>
        </pc:spChg>
        <pc:spChg chg="add mod">
          <ac:chgData name="Kunz Moritz (XC-DX/ESP2)" userId="2ea979ff-b7a2-4096-8966-4fef54b8d523" providerId="ADAL" clId="{AB69B662-3E54-45A0-85D6-87615812C759}" dt="2023-09-19T16:41:27.571" v="1096" actId="1076"/>
          <ac:spMkLst>
            <pc:docMk/>
            <pc:sldMk cId="2072145455" sldId="267"/>
            <ac:spMk id="33" creationId="{651CD5D6-C04D-DE6B-B7D4-CE44A7C6773A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34" creationId="{DF1C4570-FC14-5D53-CF40-9BFE5D5296BF}"/>
          </ac:spMkLst>
        </pc:spChg>
        <pc:spChg chg="add mod">
          <ac:chgData name="Kunz Moritz (XC-DX/ESP2)" userId="2ea979ff-b7a2-4096-8966-4fef54b8d523" providerId="ADAL" clId="{AB69B662-3E54-45A0-85D6-87615812C759}" dt="2023-09-19T16:41:23.958" v="1095" actId="1076"/>
          <ac:spMkLst>
            <pc:docMk/>
            <pc:sldMk cId="2072145455" sldId="267"/>
            <ac:spMk id="35" creationId="{E80276B9-B29B-58FC-D896-8BFF7C7F5EB5}"/>
          </ac:spMkLst>
        </pc:spChg>
        <pc:spChg chg="add del mod ord">
          <ac:chgData name="Kunz Moritz (XC-DX/ESP2)" userId="2ea979ff-b7a2-4096-8966-4fef54b8d523" providerId="ADAL" clId="{AB69B662-3E54-45A0-85D6-87615812C759}" dt="2023-09-19T16:11:24.395" v="568" actId="478"/>
          <ac:spMkLst>
            <pc:docMk/>
            <pc:sldMk cId="2072145455" sldId="267"/>
            <ac:spMk id="36" creationId="{4FDA8E6E-74D7-6073-D520-D4A84ABD4161}"/>
          </ac:spMkLst>
        </pc:spChg>
        <pc:picChg chg="add mod">
          <ac:chgData name="Kunz Moritz (XC-DX/ESP2)" userId="2ea979ff-b7a2-4096-8966-4fef54b8d523" providerId="ADAL" clId="{AB69B662-3E54-45A0-85D6-87615812C759}" dt="2023-09-19T16:31:19.789" v="744" actId="1076"/>
          <ac:picMkLst>
            <pc:docMk/>
            <pc:sldMk cId="2072145455" sldId="267"/>
            <ac:picMk id="37" creationId="{AFA4C8A8-CD9B-9062-5180-4566138E952B}"/>
          </ac:picMkLst>
        </pc:pic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1" creationId="{CB5B820D-1CD2-E134-0E8B-B73DDDC322D2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2" creationId="{8F542832-5F3E-E8A7-9AB9-949AEACDF446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3" creationId="{4E1AD2F0-898B-0FAB-C5E8-4EE5B3653E63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4" creationId="{5E035CF1-099A-CFD2-D8BD-22910AC0988E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5" creationId="{174F16FF-26D5-1849-9A95-4A4B5AEDFD58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6" creationId="{B1653C64-D584-A208-D83E-488D9505AD32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7" creationId="{55E063BA-9748-86AE-DC86-3BEDE86ADB13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8" creationId="{44CC6472-389B-574E-56CD-28C61C539417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19" creationId="{127D8BC6-B8CD-4C69-9F5C-09C2F4414E29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20" creationId="{6A7123FA-A807-9762-4E58-23A4EC4B83BE}"/>
          </ac:cxnSpMkLst>
        </pc:cxnChg>
        <pc:cxnChg chg="add mod">
          <ac:chgData name="Kunz Moritz (XC-DX/ESP2)" userId="2ea979ff-b7a2-4096-8966-4fef54b8d523" providerId="ADAL" clId="{AB69B662-3E54-45A0-85D6-87615812C759}" dt="2023-09-19T16:41:23.958" v="1095" actId="1076"/>
          <ac:cxnSpMkLst>
            <pc:docMk/>
            <pc:sldMk cId="2072145455" sldId="267"/>
            <ac:cxnSpMk id="21" creationId="{6B16A455-94B0-9CBA-DF6A-574BE651A170}"/>
          </ac:cxnSpMkLst>
        </pc:cxnChg>
      </pc:sldChg>
      <pc:sldChg chg="addSp delSp modSp mod modClrScheme chgLayout modNotesTx">
        <pc:chgData name="Kunz Moritz (XC-DX/ESP2)" userId="2ea979ff-b7a2-4096-8966-4fef54b8d523" providerId="ADAL" clId="{AB69B662-3E54-45A0-85D6-87615812C759}" dt="2023-09-20T08:57:42.875" v="3568" actId="20577"/>
        <pc:sldMkLst>
          <pc:docMk/>
          <pc:sldMk cId="1910486792" sldId="268"/>
        </pc:sldMkLst>
        <pc:spChg chg="mod ord">
          <ac:chgData name="Kunz Moritz (XC-DX/ESP2)" userId="2ea979ff-b7a2-4096-8966-4fef54b8d523" providerId="ADAL" clId="{AB69B662-3E54-45A0-85D6-87615812C759}" dt="2023-09-19T16:38:37.148" v="876" actId="700"/>
          <ac:spMkLst>
            <pc:docMk/>
            <pc:sldMk cId="1910486792" sldId="268"/>
            <ac:spMk id="2" creationId="{E4DA7B8C-8ABC-E4CE-6DCD-55B9D1F73897}"/>
          </ac:spMkLst>
        </pc:spChg>
        <pc:spChg chg="mod ord">
          <ac:chgData name="Kunz Moritz (XC-DX/ESP2)" userId="2ea979ff-b7a2-4096-8966-4fef54b8d523" providerId="ADAL" clId="{AB69B662-3E54-45A0-85D6-87615812C759}" dt="2023-09-19T16:38:37.148" v="876" actId="700"/>
          <ac:spMkLst>
            <pc:docMk/>
            <pc:sldMk cId="1910486792" sldId="268"/>
            <ac:spMk id="3" creationId="{5E93FE43-52E2-D49E-5E23-43C0B854BC3D}"/>
          </ac:spMkLst>
        </pc:spChg>
        <pc:spChg chg="mod ord">
          <ac:chgData name="Kunz Moritz (XC-DX/ESP2)" userId="2ea979ff-b7a2-4096-8966-4fef54b8d523" providerId="ADAL" clId="{AB69B662-3E54-45A0-85D6-87615812C759}" dt="2023-09-20T08:57:42.875" v="3568" actId="20577"/>
          <ac:spMkLst>
            <pc:docMk/>
            <pc:sldMk cId="1910486792" sldId="268"/>
            <ac:spMk id="4" creationId="{994EFA7A-1A36-1709-6502-ECFF75BA48E8}"/>
          </ac:spMkLst>
        </pc:spChg>
        <pc:spChg chg="mod ord">
          <ac:chgData name="Kunz Moritz (XC-DX/ESP2)" userId="2ea979ff-b7a2-4096-8966-4fef54b8d523" providerId="ADAL" clId="{AB69B662-3E54-45A0-85D6-87615812C759}" dt="2023-09-19T16:38:37.148" v="876" actId="700"/>
          <ac:spMkLst>
            <pc:docMk/>
            <pc:sldMk cId="1910486792" sldId="268"/>
            <ac:spMk id="5" creationId="{881A40E4-D2A0-A7F2-1680-D7219082F1D5}"/>
          </ac:spMkLst>
        </pc:spChg>
        <pc:spChg chg="add del mod ord">
          <ac:chgData name="Kunz Moritz (XC-DX/ESP2)" userId="2ea979ff-b7a2-4096-8966-4fef54b8d523" providerId="ADAL" clId="{AB69B662-3E54-45A0-85D6-87615812C759}" dt="2023-09-19T16:41:43.833" v="1097" actId="478"/>
          <ac:spMkLst>
            <pc:docMk/>
            <pc:sldMk cId="1910486792" sldId="268"/>
            <ac:spMk id="6" creationId="{E80D3C68-264F-E2A3-30C6-0681CF97CF7B}"/>
          </ac:spMkLst>
        </pc:spChg>
        <pc:spChg chg="add del mod">
          <ac:chgData name="Kunz Moritz (XC-DX/ESP2)" userId="2ea979ff-b7a2-4096-8966-4fef54b8d523" providerId="ADAL" clId="{AB69B662-3E54-45A0-85D6-87615812C759}" dt="2023-09-19T16:41:56.966" v="1100" actId="478"/>
          <ac:spMkLst>
            <pc:docMk/>
            <pc:sldMk cId="1910486792" sldId="268"/>
            <ac:spMk id="7" creationId="{F51CD4EA-866A-4C52-CA49-C2AEF947F8B4}"/>
          </ac:spMkLst>
        </pc:spChg>
        <pc:spChg chg="add mod">
          <ac:chgData name="Kunz Moritz (XC-DX/ESP2)" userId="2ea979ff-b7a2-4096-8966-4fef54b8d523" providerId="ADAL" clId="{AB69B662-3E54-45A0-85D6-87615812C759}" dt="2023-09-19T16:47:42.486" v="1250" actId="1076"/>
          <ac:spMkLst>
            <pc:docMk/>
            <pc:sldMk cId="1910486792" sldId="268"/>
            <ac:spMk id="8" creationId="{5F468FE5-4079-9899-439C-DCF696F8599B}"/>
          </ac:spMkLst>
        </pc:spChg>
        <pc:spChg chg="add mod">
          <ac:chgData name="Kunz Moritz (XC-DX/ESP2)" userId="2ea979ff-b7a2-4096-8966-4fef54b8d523" providerId="ADAL" clId="{AB69B662-3E54-45A0-85D6-87615812C759}" dt="2023-09-19T16:46:17.596" v="1203" actId="3064"/>
          <ac:spMkLst>
            <pc:docMk/>
            <pc:sldMk cId="1910486792" sldId="268"/>
            <ac:spMk id="9" creationId="{170D2CF4-7371-67CA-3777-2B7CEF35D37C}"/>
          </ac:spMkLst>
        </pc:spChg>
        <pc:spChg chg="add mod">
          <ac:chgData name="Kunz Moritz (XC-DX/ESP2)" userId="2ea979ff-b7a2-4096-8966-4fef54b8d523" providerId="ADAL" clId="{AB69B662-3E54-45A0-85D6-87615812C759}" dt="2023-09-19T16:43:04.441" v="1124" actId="1076"/>
          <ac:spMkLst>
            <pc:docMk/>
            <pc:sldMk cId="1910486792" sldId="268"/>
            <ac:spMk id="10" creationId="{A8A391F8-69D7-D418-7940-FC819AC1A4AF}"/>
          </ac:spMkLst>
        </pc:spChg>
        <pc:spChg chg="add mod">
          <ac:chgData name="Kunz Moritz (XC-DX/ESP2)" userId="2ea979ff-b7a2-4096-8966-4fef54b8d523" providerId="ADAL" clId="{AB69B662-3E54-45A0-85D6-87615812C759}" dt="2023-09-19T16:47:55.297" v="1251" actId="1076"/>
          <ac:spMkLst>
            <pc:docMk/>
            <pc:sldMk cId="1910486792" sldId="268"/>
            <ac:spMk id="11" creationId="{8690BCA0-B023-4C8E-46E4-9EACB81F7D76}"/>
          </ac:spMkLst>
        </pc:spChg>
        <pc:spChg chg="add mod">
          <ac:chgData name="Kunz Moritz (XC-DX/ESP2)" userId="2ea979ff-b7a2-4096-8966-4fef54b8d523" providerId="ADAL" clId="{AB69B662-3E54-45A0-85D6-87615812C759}" dt="2023-09-19T16:47:55.297" v="1251" actId="1076"/>
          <ac:spMkLst>
            <pc:docMk/>
            <pc:sldMk cId="1910486792" sldId="268"/>
            <ac:spMk id="12" creationId="{F49A11B4-D501-5079-05F4-F40EC07E3D9F}"/>
          </ac:spMkLst>
        </pc:spChg>
        <pc:spChg chg="add mod">
          <ac:chgData name="Kunz Moritz (XC-DX/ESP2)" userId="2ea979ff-b7a2-4096-8966-4fef54b8d523" providerId="ADAL" clId="{AB69B662-3E54-45A0-85D6-87615812C759}" dt="2023-09-19T16:44:04.637" v="1152" actId="20577"/>
          <ac:spMkLst>
            <pc:docMk/>
            <pc:sldMk cId="1910486792" sldId="268"/>
            <ac:spMk id="13" creationId="{47660A9E-0397-C778-B701-FC8CB8260EBE}"/>
          </ac:spMkLst>
        </pc:spChg>
        <pc:spChg chg="add mod">
          <ac:chgData name="Kunz Moritz (XC-DX/ESP2)" userId="2ea979ff-b7a2-4096-8966-4fef54b8d523" providerId="ADAL" clId="{AB69B662-3E54-45A0-85D6-87615812C759}" dt="2023-09-19T16:46:24.142" v="1208" actId="3064"/>
          <ac:spMkLst>
            <pc:docMk/>
            <pc:sldMk cId="1910486792" sldId="268"/>
            <ac:spMk id="14" creationId="{64A2F098-F374-8DC4-44FA-75FE396D7295}"/>
          </ac:spMkLst>
        </pc:spChg>
        <pc:spChg chg="add mod">
          <ac:chgData name="Kunz Moritz (XC-DX/ESP2)" userId="2ea979ff-b7a2-4096-8966-4fef54b8d523" providerId="ADAL" clId="{AB69B662-3E54-45A0-85D6-87615812C759}" dt="2023-09-19T16:47:25.972" v="1245" actId="1076"/>
          <ac:spMkLst>
            <pc:docMk/>
            <pc:sldMk cId="1910486792" sldId="268"/>
            <ac:spMk id="33" creationId="{C91DD132-70B4-E946-BB31-4F72BF261B66}"/>
          </ac:spMkLst>
        </pc:spChg>
        <pc:spChg chg="add mod">
          <ac:chgData name="Kunz Moritz (XC-DX/ESP2)" userId="2ea979ff-b7a2-4096-8966-4fef54b8d523" providerId="ADAL" clId="{AB69B662-3E54-45A0-85D6-87615812C759}" dt="2023-09-19T16:47:32.400" v="1246" actId="1076"/>
          <ac:spMkLst>
            <pc:docMk/>
            <pc:sldMk cId="1910486792" sldId="268"/>
            <ac:spMk id="34" creationId="{7F69A35E-E2BB-DC6A-7B47-CE26B59EEE8D}"/>
          </ac:spMkLst>
        </pc:spChg>
        <pc:cxnChg chg="add mod">
          <ac:chgData name="Kunz Moritz (XC-DX/ESP2)" userId="2ea979ff-b7a2-4096-8966-4fef54b8d523" providerId="ADAL" clId="{AB69B662-3E54-45A0-85D6-87615812C759}" dt="2023-09-19T16:47:55.297" v="1251" actId="1076"/>
          <ac:cxnSpMkLst>
            <pc:docMk/>
            <pc:sldMk cId="1910486792" sldId="268"/>
            <ac:cxnSpMk id="16" creationId="{45957DC5-0749-5D04-DB1B-31015D74A388}"/>
          </ac:cxnSpMkLst>
        </pc:cxnChg>
        <pc:cxnChg chg="add mod">
          <ac:chgData name="Kunz Moritz (XC-DX/ESP2)" userId="2ea979ff-b7a2-4096-8966-4fef54b8d523" providerId="ADAL" clId="{AB69B662-3E54-45A0-85D6-87615812C759}" dt="2023-09-19T16:47:32.400" v="1246" actId="1076"/>
          <ac:cxnSpMkLst>
            <pc:docMk/>
            <pc:sldMk cId="1910486792" sldId="268"/>
            <ac:cxnSpMk id="17" creationId="{03B5794B-3249-E160-050C-57C43CA58A53}"/>
          </ac:cxnSpMkLst>
        </pc:cxnChg>
        <pc:cxnChg chg="add mod">
          <ac:chgData name="Kunz Moritz (XC-DX/ESP2)" userId="2ea979ff-b7a2-4096-8966-4fef54b8d523" providerId="ADAL" clId="{AB69B662-3E54-45A0-85D6-87615812C759}" dt="2023-09-19T16:46:17.596" v="1203" actId="3064"/>
          <ac:cxnSpMkLst>
            <pc:docMk/>
            <pc:sldMk cId="1910486792" sldId="268"/>
            <ac:cxnSpMk id="20" creationId="{70A9048B-FE89-0C82-4A50-211E45917C06}"/>
          </ac:cxnSpMkLst>
        </pc:cxnChg>
        <pc:cxnChg chg="add mod">
          <ac:chgData name="Kunz Moritz (XC-DX/ESP2)" userId="2ea979ff-b7a2-4096-8966-4fef54b8d523" providerId="ADAL" clId="{AB69B662-3E54-45A0-85D6-87615812C759}" dt="2023-09-19T16:47:55.297" v="1251" actId="1076"/>
          <ac:cxnSpMkLst>
            <pc:docMk/>
            <pc:sldMk cId="1910486792" sldId="268"/>
            <ac:cxnSpMk id="24" creationId="{13D3BD76-0319-DAA5-A11C-1ECD983472FE}"/>
          </ac:cxnSpMkLst>
        </pc:cxnChg>
        <pc:cxnChg chg="add mod">
          <ac:chgData name="Kunz Moritz (XC-DX/ESP2)" userId="2ea979ff-b7a2-4096-8966-4fef54b8d523" providerId="ADAL" clId="{AB69B662-3E54-45A0-85D6-87615812C759}" dt="2023-09-19T16:47:55.297" v="1251" actId="1076"/>
          <ac:cxnSpMkLst>
            <pc:docMk/>
            <pc:sldMk cId="1910486792" sldId="268"/>
            <ac:cxnSpMk id="27" creationId="{0A3AE4FF-4375-B0C8-0989-0246D3F2DB3A}"/>
          </ac:cxnSpMkLst>
        </pc:cxnChg>
        <pc:cxnChg chg="add mod">
          <ac:chgData name="Kunz Moritz (XC-DX/ESP2)" userId="2ea979ff-b7a2-4096-8966-4fef54b8d523" providerId="ADAL" clId="{AB69B662-3E54-45A0-85D6-87615812C759}" dt="2023-09-19T16:46:21" v="1204" actId="3064"/>
          <ac:cxnSpMkLst>
            <pc:docMk/>
            <pc:sldMk cId="1910486792" sldId="268"/>
            <ac:cxnSpMk id="30" creationId="{7EBFEB75-2BE7-CE6D-8B0D-C01986441C54}"/>
          </ac:cxnSpMkLst>
        </pc:cxnChg>
        <pc:cxnChg chg="add mod">
          <ac:chgData name="Kunz Moritz (XC-DX/ESP2)" userId="2ea979ff-b7a2-4096-8966-4fef54b8d523" providerId="ADAL" clId="{AB69B662-3E54-45A0-85D6-87615812C759}" dt="2023-09-19T16:47:25.972" v="1245" actId="1076"/>
          <ac:cxnSpMkLst>
            <pc:docMk/>
            <pc:sldMk cId="1910486792" sldId="268"/>
            <ac:cxnSpMk id="37" creationId="{0AD4B1F3-5D9A-C4DD-0F44-A19C66643D67}"/>
          </ac:cxnSpMkLst>
        </pc:cxnChg>
        <pc:cxnChg chg="add mod">
          <ac:chgData name="Kunz Moritz (XC-DX/ESP2)" userId="2ea979ff-b7a2-4096-8966-4fef54b8d523" providerId="ADAL" clId="{AB69B662-3E54-45A0-85D6-87615812C759}" dt="2023-09-19T16:47:42.486" v="1250" actId="1076"/>
          <ac:cxnSpMkLst>
            <pc:docMk/>
            <pc:sldMk cId="1910486792" sldId="268"/>
            <ac:cxnSpMk id="43" creationId="{63048B53-611A-5F3C-FFA4-531CF973C1E3}"/>
          </ac:cxnSpMkLst>
        </pc:cxnChg>
      </pc:sldChg>
      <pc:sldChg chg="modSp mod">
        <pc:chgData name="Kunz Moritz (XC-DX/ESP2)" userId="2ea979ff-b7a2-4096-8966-4fef54b8d523" providerId="ADAL" clId="{AB69B662-3E54-45A0-85D6-87615812C759}" dt="2023-09-20T11:23:48.087" v="4076"/>
        <pc:sldMkLst>
          <pc:docMk/>
          <pc:sldMk cId="849038993" sldId="269"/>
        </pc:sldMkLst>
        <pc:spChg chg="mod">
          <ac:chgData name="Kunz Moritz (XC-DX/ESP2)" userId="2ea979ff-b7a2-4096-8966-4fef54b8d523" providerId="ADAL" clId="{AB69B662-3E54-45A0-85D6-87615812C759}" dt="2023-09-20T11:23:48.087" v="4076"/>
          <ac:spMkLst>
            <pc:docMk/>
            <pc:sldMk cId="849038993" sldId="269"/>
            <ac:spMk id="3" creationId="{C90B49C8-52A1-F7D2-8876-6FE8E5271D0E}"/>
          </ac:spMkLst>
        </pc:spChg>
        <pc:spChg chg="mod">
          <ac:chgData name="Kunz Moritz (XC-DX/ESP2)" userId="2ea979ff-b7a2-4096-8966-4fef54b8d523" providerId="ADAL" clId="{AB69B662-3E54-45A0-85D6-87615812C759}" dt="2023-09-20T09:36:51.297" v="3611" actId="21"/>
          <ac:spMkLst>
            <pc:docMk/>
            <pc:sldMk cId="849038993" sldId="269"/>
            <ac:spMk id="4" creationId="{F9244868-8DD4-2528-08A7-F201E7B0ED76}"/>
          </ac:spMkLst>
        </pc:spChg>
      </pc:sldChg>
      <pc:sldChg chg="modSp mod">
        <pc:chgData name="Kunz Moritz (XC-DX/ESP2)" userId="2ea979ff-b7a2-4096-8966-4fef54b8d523" providerId="ADAL" clId="{AB69B662-3E54-45A0-85D6-87615812C759}" dt="2023-09-20T11:24:01.789" v="4078"/>
        <pc:sldMkLst>
          <pc:docMk/>
          <pc:sldMk cId="3654332414" sldId="270"/>
        </pc:sldMkLst>
        <pc:spChg chg="mod">
          <ac:chgData name="Kunz Moritz (XC-DX/ESP2)" userId="2ea979ff-b7a2-4096-8966-4fef54b8d523" providerId="ADAL" clId="{AB69B662-3E54-45A0-85D6-87615812C759}" dt="2023-09-20T11:24:01.789" v="4078"/>
          <ac:spMkLst>
            <pc:docMk/>
            <pc:sldMk cId="3654332414" sldId="270"/>
            <ac:spMk id="3" creationId="{7D46B3A1-F264-B39B-8DF6-BD92933AF9F6}"/>
          </ac:spMkLst>
        </pc:spChg>
      </pc:sldChg>
      <pc:sldChg chg="modSp mod modNotesTx">
        <pc:chgData name="Kunz Moritz (XC-DX/ESP2)" userId="2ea979ff-b7a2-4096-8966-4fef54b8d523" providerId="ADAL" clId="{AB69B662-3E54-45A0-85D6-87615812C759}" dt="2023-09-20T11:24:11.623" v="4080" actId="20577"/>
        <pc:sldMkLst>
          <pc:docMk/>
          <pc:sldMk cId="899438298" sldId="271"/>
        </pc:sldMkLst>
        <pc:spChg chg="mod">
          <ac:chgData name="Kunz Moritz (XC-DX/ESP2)" userId="2ea979ff-b7a2-4096-8966-4fef54b8d523" providerId="ADAL" clId="{AB69B662-3E54-45A0-85D6-87615812C759}" dt="2023-09-20T11:24:11.623" v="4080" actId="20577"/>
          <ac:spMkLst>
            <pc:docMk/>
            <pc:sldMk cId="899438298" sldId="271"/>
            <ac:spMk id="3" creationId="{3ECA9B91-A25D-2E9F-EA76-7B9DE1BD167C}"/>
          </ac:spMkLst>
        </pc:spChg>
      </pc:sldChg>
      <pc:sldChg chg="del">
        <pc:chgData name="Kunz Moritz (XC-DX/ESP2)" userId="2ea979ff-b7a2-4096-8966-4fef54b8d523" providerId="ADAL" clId="{AB69B662-3E54-45A0-85D6-87615812C759}" dt="2023-09-19T12:35:58.400" v="0" actId="47"/>
        <pc:sldMkLst>
          <pc:docMk/>
          <pc:sldMk cId="3588931001" sldId="321"/>
        </pc:sldMkLst>
      </pc:sldChg>
      <pc:sldChg chg="modSp mod">
        <pc:chgData name="Kunz Moritz (XC-DX/ESP2)" userId="2ea979ff-b7a2-4096-8966-4fef54b8d523" providerId="ADAL" clId="{AB69B662-3E54-45A0-85D6-87615812C759}" dt="2023-09-20T06:27:18.026" v="2735" actId="1076"/>
        <pc:sldMkLst>
          <pc:docMk/>
          <pc:sldMk cId="3695584105" sldId="334"/>
        </pc:sldMkLst>
        <pc:spChg chg="mod">
          <ac:chgData name="Kunz Moritz (XC-DX/ESP2)" userId="2ea979ff-b7a2-4096-8966-4fef54b8d523" providerId="ADAL" clId="{AB69B662-3E54-45A0-85D6-87615812C759}" dt="2023-09-20T06:27:04.577" v="2731"/>
          <ac:spMkLst>
            <pc:docMk/>
            <pc:sldMk cId="3695584105" sldId="334"/>
            <ac:spMk id="2" creationId="{9B077FDE-9132-D4CF-6750-BDC14F9A95F7}"/>
          </ac:spMkLst>
        </pc:spChg>
        <pc:spChg chg="mod">
          <ac:chgData name="Kunz Moritz (XC-DX/ESP2)" userId="2ea979ff-b7a2-4096-8966-4fef54b8d523" providerId="ADAL" clId="{AB69B662-3E54-45A0-85D6-87615812C759}" dt="2023-09-20T06:27:16.084" v="2734" actId="1076"/>
          <ac:spMkLst>
            <pc:docMk/>
            <pc:sldMk cId="3695584105" sldId="334"/>
            <ac:spMk id="6" creationId="{26C94560-76F4-9E2B-B039-013D37665BA0}"/>
          </ac:spMkLst>
        </pc:spChg>
        <pc:spChg chg="mod">
          <ac:chgData name="Kunz Moritz (XC-DX/ESP2)" userId="2ea979ff-b7a2-4096-8966-4fef54b8d523" providerId="ADAL" clId="{AB69B662-3E54-45A0-85D6-87615812C759}" dt="2023-09-20T06:27:18.026" v="2735" actId="1076"/>
          <ac:spMkLst>
            <pc:docMk/>
            <pc:sldMk cId="3695584105" sldId="334"/>
            <ac:spMk id="7" creationId="{250DD3A9-0FB3-C0F4-1788-7B73ACED882D}"/>
          </ac:spMkLst>
        </pc:spChg>
      </pc:sldChg>
      <pc:sldChg chg="addSp delSp modSp mod">
        <pc:chgData name="Kunz Moritz (XC-DX/ESP2)" userId="2ea979ff-b7a2-4096-8966-4fef54b8d523" providerId="ADAL" clId="{AB69B662-3E54-45A0-85D6-87615812C759}" dt="2023-09-19T17:32:44.305" v="2432"/>
        <pc:sldMkLst>
          <pc:docMk/>
          <pc:sldMk cId="543719079" sldId="343"/>
        </pc:sldMkLst>
        <pc:spChg chg="mod">
          <ac:chgData name="Kunz Moritz (XC-DX/ESP2)" userId="2ea979ff-b7a2-4096-8966-4fef54b8d523" providerId="ADAL" clId="{AB69B662-3E54-45A0-85D6-87615812C759}" dt="2023-09-19T17:08:22.898" v="1441" actId="2085"/>
          <ac:spMkLst>
            <pc:docMk/>
            <pc:sldMk cId="543719079" sldId="343"/>
            <ac:spMk id="7" creationId="{B6056346-72E9-E0E6-A40A-4849C847E95D}"/>
          </ac:spMkLst>
        </pc:spChg>
        <pc:spChg chg="del mod">
          <ac:chgData name="Kunz Moritz (XC-DX/ESP2)" userId="2ea979ff-b7a2-4096-8966-4fef54b8d523" providerId="ADAL" clId="{AB69B662-3E54-45A0-85D6-87615812C759}" dt="2023-09-19T17:31:48.040" v="2403" actId="478"/>
          <ac:spMkLst>
            <pc:docMk/>
            <pc:sldMk cId="543719079" sldId="343"/>
            <ac:spMk id="10" creationId="{EBB6087E-8E15-8ED2-C888-8E892B60397E}"/>
          </ac:spMkLst>
        </pc:spChg>
        <pc:spChg chg="del">
          <ac:chgData name="Kunz Moritz (XC-DX/ESP2)" userId="2ea979ff-b7a2-4096-8966-4fef54b8d523" providerId="ADAL" clId="{AB69B662-3E54-45A0-85D6-87615812C759}" dt="2023-09-19T17:10:02.677" v="1459" actId="478"/>
          <ac:spMkLst>
            <pc:docMk/>
            <pc:sldMk cId="543719079" sldId="343"/>
            <ac:spMk id="11" creationId="{C29546A7-07BB-E16C-E965-F1E2D202C988}"/>
          </ac:spMkLst>
        </pc:spChg>
        <pc:spChg chg="del mod">
          <ac:chgData name="Kunz Moritz (XC-DX/ESP2)" userId="2ea979ff-b7a2-4096-8966-4fef54b8d523" providerId="ADAL" clId="{AB69B662-3E54-45A0-85D6-87615812C759}" dt="2023-09-19T17:31:48.040" v="2403" actId="478"/>
          <ac:spMkLst>
            <pc:docMk/>
            <pc:sldMk cId="543719079" sldId="343"/>
            <ac:spMk id="12" creationId="{C6F3AB27-2C9D-543D-55E8-DBF9CB21B886}"/>
          </ac:spMkLst>
        </pc:spChg>
        <pc:spChg chg="mod">
          <ac:chgData name="Kunz Moritz (XC-DX/ESP2)" userId="2ea979ff-b7a2-4096-8966-4fef54b8d523" providerId="ADAL" clId="{AB69B662-3E54-45A0-85D6-87615812C759}" dt="2023-09-19T17:32:20.014" v="2429" actId="1038"/>
          <ac:spMkLst>
            <pc:docMk/>
            <pc:sldMk cId="543719079" sldId="343"/>
            <ac:spMk id="17" creationId="{71A2FAA5-3C47-1DF7-C6A7-84586B1A3AB0}"/>
          </ac:spMkLst>
        </pc:spChg>
        <pc:spChg chg="del">
          <ac:chgData name="Kunz Moritz (XC-DX/ESP2)" userId="2ea979ff-b7a2-4096-8966-4fef54b8d523" providerId="ADAL" clId="{AB69B662-3E54-45A0-85D6-87615812C759}" dt="2023-09-19T17:31:29.287" v="2400" actId="478"/>
          <ac:spMkLst>
            <pc:docMk/>
            <pc:sldMk cId="543719079" sldId="343"/>
            <ac:spMk id="18" creationId="{25D64BB4-51B4-73F3-908A-19D33BA00AF6}"/>
          </ac:spMkLst>
        </pc:spChg>
        <pc:spChg chg="del">
          <ac:chgData name="Kunz Moritz (XC-DX/ESP2)" userId="2ea979ff-b7a2-4096-8966-4fef54b8d523" providerId="ADAL" clId="{AB69B662-3E54-45A0-85D6-87615812C759}" dt="2023-09-19T17:31:48.040" v="2403" actId="478"/>
          <ac:spMkLst>
            <pc:docMk/>
            <pc:sldMk cId="543719079" sldId="343"/>
            <ac:spMk id="19" creationId="{197C68B1-4613-AAB3-CCAB-3FEE2D002FB0}"/>
          </ac:spMkLst>
        </pc:spChg>
        <pc:spChg chg="add del mod">
          <ac:chgData name="Kunz Moritz (XC-DX/ESP2)" userId="2ea979ff-b7a2-4096-8966-4fef54b8d523" providerId="ADAL" clId="{AB69B662-3E54-45A0-85D6-87615812C759}" dt="2023-09-19T17:32:08.681" v="2406" actId="478"/>
          <ac:spMkLst>
            <pc:docMk/>
            <pc:sldMk cId="543719079" sldId="343"/>
            <ac:spMk id="24" creationId="{0ACCD44A-DFAE-F6E5-4C54-F89AB2B5E579}"/>
          </ac:spMkLst>
        </pc:spChg>
        <pc:spChg chg="add mod">
          <ac:chgData name="Kunz Moritz (XC-DX/ESP2)" userId="2ea979ff-b7a2-4096-8966-4fef54b8d523" providerId="ADAL" clId="{AB69B662-3E54-45A0-85D6-87615812C759}" dt="2023-09-19T17:31:29.628" v="2401"/>
          <ac:spMkLst>
            <pc:docMk/>
            <pc:sldMk cId="543719079" sldId="343"/>
            <ac:spMk id="39" creationId="{DA974ED1-0622-0421-EC5E-B117FA56A019}"/>
          </ac:spMkLst>
        </pc:spChg>
        <pc:spChg chg="mod">
          <ac:chgData name="Kunz Moritz (XC-DX/ESP2)" userId="2ea979ff-b7a2-4096-8966-4fef54b8d523" providerId="ADAL" clId="{AB69B662-3E54-45A0-85D6-87615812C759}" dt="2023-09-19T17:31:48.723" v="2404"/>
          <ac:spMkLst>
            <pc:docMk/>
            <pc:sldMk cId="543719079" sldId="343"/>
            <ac:spMk id="41" creationId="{034A8A20-7D9C-34F7-8900-90B6A793C6CC}"/>
          </ac:spMkLst>
        </pc:spChg>
        <pc:spChg chg="add del mod">
          <ac:chgData name="Kunz Moritz (XC-DX/ESP2)" userId="2ea979ff-b7a2-4096-8966-4fef54b8d523" providerId="ADAL" clId="{AB69B662-3E54-45A0-85D6-87615812C759}" dt="2023-09-19T17:32:43.805" v="2431" actId="478"/>
          <ac:spMkLst>
            <pc:docMk/>
            <pc:sldMk cId="543719079" sldId="343"/>
            <ac:spMk id="44" creationId="{9810A117-E75D-101C-8097-79F6EFDA855D}"/>
          </ac:spMkLst>
        </pc:spChg>
        <pc:spChg chg="add mod">
          <ac:chgData name="Kunz Moritz (XC-DX/ESP2)" userId="2ea979ff-b7a2-4096-8966-4fef54b8d523" providerId="ADAL" clId="{AB69B662-3E54-45A0-85D6-87615812C759}" dt="2023-09-19T17:31:48.723" v="2404"/>
          <ac:spMkLst>
            <pc:docMk/>
            <pc:sldMk cId="543719079" sldId="343"/>
            <ac:spMk id="45" creationId="{C1F37CB9-2425-958A-B265-5B70A0146FFC}"/>
          </ac:spMkLst>
        </pc:spChg>
        <pc:spChg chg="add mod">
          <ac:chgData name="Kunz Moritz (XC-DX/ESP2)" userId="2ea979ff-b7a2-4096-8966-4fef54b8d523" providerId="ADAL" clId="{AB69B662-3E54-45A0-85D6-87615812C759}" dt="2023-09-19T17:31:48.723" v="2404"/>
          <ac:spMkLst>
            <pc:docMk/>
            <pc:sldMk cId="543719079" sldId="343"/>
            <ac:spMk id="46" creationId="{D608C7EC-3EF0-0E93-56CA-83704BDC0140}"/>
          </ac:spMkLst>
        </pc:spChg>
        <pc:spChg chg="add mod">
          <ac:chgData name="Kunz Moritz (XC-DX/ESP2)" userId="2ea979ff-b7a2-4096-8966-4fef54b8d523" providerId="ADAL" clId="{AB69B662-3E54-45A0-85D6-87615812C759}" dt="2023-09-19T17:32:08.846" v="2407"/>
          <ac:spMkLst>
            <pc:docMk/>
            <pc:sldMk cId="543719079" sldId="343"/>
            <ac:spMk id="49" creationId="{E7BB6523-7FB5-438F-F0A4-BCDA886C7ACC}"/>
          </ac:spMkLst>
        </pc:spChg>
        <pc:spChg chg="add mod">
          <ac:chgData name="Kunz Moritz (XC-DX/ESP2)" userId="2ea979ff-b7a2-4096-8966-4fef54b8d523" providerId="ADAL" clId="{AB69B662-3E54-45A0-85D6-87615812C759}" dt="2023-09-19T17:32:44.305" v="2432"/>
          <ac:spMkLst>
            <pc:docMk/>
            <pc:sldMk cId="543719079" sldId="343"/>
            <ac:spMk id="51" creationId="{96E8F83C-2F8E-7429-226F-EAE5E4DCD1A5}"/>
          </ac:spMkLst>
        </pc:spChg>
        <pc:grpChg chg="del">
          <ac:chgData name="Kunz Moritz (XC-DX/ESP2)" userId="2ea979ff-b7a2-4096-8966-4fef54b8d523" providerId="ADAL" clId="{AB69B662-3E54-45A0-85D6-87615812C759}" dt="2023-09-19T17:31:48.040" v="2403" actId="478"/>
          <ac:grpSpMkLst>
            <pc:docMk/>
            <pc:sldMk cId="543719079" sldId="343"/>
            <ac:grpSpMk id="6" creationId="{794D9076-4EE0-A4F8-F778-05EBB0EE3C36}"/>
          </ac:grpSpMkLst>
        </pc:grpChg>
        <pc:grpChg chg="add mod">
          <ac:chgData name="Kunz Moritz (XC-DX/ESP2)" userId="2ea979ff-b7a2-4096-8966-4fef54b8d523" providerId="ADAL" clId="{AB69B662-3E54-45A0-85D6-87615812C759}" dt="2023-09-19T17:31:48.723" v="2404"/>
          <ac:grpSpMkLst>
            <pc:docMk/>
            <pc:sldMk cId="543719079" sldId="343"/>
            <ac:grpSpMk id="40" creationId="{DE2DC185-DD8B-07F6-2F31-218101D6CE16}"/>
          </ac:grpSpMkLst>
        </pc:grpChg>
        <pc:graphicFrameChg chg="mod">
          <ac:chgData name="Kunz Moritz (XC-DX/ESP2)" userId="2ea979ff-b7a2-4096-8966-4fef54b8d523" providerId="ADAL" clId="{AB69B662-3E54-45A0-85D6-87615812C759}" dt="2023-09-19T17:32:13.246" v="2408" actId="14100"/>
          <ac:graphicFrameMkLst>
            <pc:docMk/>
            <pc:sldMk cId="543719079" sldId="343"/>
            <ac:graphicFrameMk id="13" creationId="{3CD2EFA3-8985-67CC-341A-F20410014F00}"/>
          </ac:graphicFrameMkLst>
        </pc:graphicFrameChg>
        <pc:picChg chg="mod">
          <ac:chgData name="Kunz Moritz (XC-DX/ESP2)" userId="2ea979ff-b7a2-4096-8966-4fef54b8d523" providerId="ADAL" clId="{AB69B662-3E54-45A0-85D6-87615812C759}" dt="2023-09-19T17:08:22.898" v="1441" actId="2085"/>
          <ac:picMkLst>
            <pc:docMk/>
            <pc:sldMk cId="543719079" sldId="343"/>
            <ac:picMk id="8" creationId="{3C414CBE-176D-4507-EE8C-CE8CF88EC6E4}"/>
          </ac:picMkLst>
        </pc:picChg>
        <pc:picChg chg="del">
          <ac:chgData name="Kunz Moritz (XC-DX/ESP2)" userId="2ea979ff-b7a2-4096-8966-4fef54b8d523" providerId="ADAL" clId="{AB69B662-3E54-45A0-85D6-87615812C759}" dt="2023-09-19T17:31:48.040" v="2403" actId="478"/>
          <ac:picMkLst>
            <pc:docMk/>
            <pc:sldMk cId="543719079" sldId="343"/>
            <ac:picMk id="9" creationId="{85ACEFD5-E67B-D839-4D27-75DFCE3D9A74}"/>
          </ac:picMkLst>
        </pc:picChg>
        <pc:picChg chg="mod">
          <ac:chgData name="Kunz Moritz (XC-DX/ESP2)" userId="2ea979ff-b7a2-4096-8966-4fef54b8d523" providerId="ADAL" clId="{AB69B662-3E54-45A0-85D6-87615812C759}" dt="2023-09-19T17:31:48.723" v="2404"/>
          <ac:picMkLst>
            <pc:docMk/>
            <pc:sldMk cId="543719079" sldId="343"/>
            <ac:picMk id="42" creationId="{62F69A6F-C0B9-4B11-0EBC-F36456DF8095}"/>
          </ac:picMkLst>
        </pc:picChg>
        <pc:picChg chg="add mod">
          <ac:chgData name="Kunz Moritz (XC-DX/ESP2)" userId="2ea979ff-b7a2-4096-8966-4fef54b8d523" providerId="ADAL" clId="{AB69B662-3E54-45A0-85D6-87615812C759}" dt="2023-09-19T17:31:48.723" v="2404"/>
          <ac:picMkLst>
            <pc:docMk/>
            <pc:sldMk cId="543719079" sldId="343"/>
            <ac:picMk id="43" creationId="{089E90CC-097E-8874-EF7F-D8F33DB116C6}"/>
          </ac:picMkLst>
        </pc:picChg>
        <pc:cxnChg chg="del mod">
          <ac:chgData name="Kunz Moritz (XC-DX/ESP2)" userId="2ea979ff-b7a2-4096-8966-4fef54b8d523" providerId="ADAL" clId="{AB69B662-3E54-45A0-85D6-87615812C759}" dt="2023-09-19T17:31:44.876" v="2402" actId="478"/>
          <ac:cxnSpMkLst>
            <pc:docMk/>
            <pc:sldMk cId="543719079" sldId="343"/>
            <ac:cxnSpMk id="14" creationId="{96FEE1FE-9CAE-A986-DEBE-9D25144F70B2}"/>
          </ac:cxnSpMkLst>
        </pc:cxnChg>
        <pc:cxnChg chg="del mod">
          <ac:chgData name="Kunz Moritz (XC-DX/ESP2)" userId="2ea979ff-b7a2-4096-8966-4fef54b8d523" providerId="ADAL" clId="{AB69B662-3E54-45A0-85D6-87615812C759}" dt="2023-09-19T17:31:44.876" v="2402" actId="478"/>
          <ac:cxnSpMkLst>
            <pc:docMk/>
            <pc:sldMk cId="543719079" sldId="343"/>
            <ac:cxnSpMk id="15" creationId="{0C8D5A2B-9461-7C6F-23FF-77CFC0F727B3}"/>
          </ac:cxnSpMkLst>
        </pc:cxnChg>
        <pc:cxnChg chg="del mod">
          <ac:chgData name="Kunz Moritz (XC-DX/ESP2)" userId="2ea979ff-b7a2-4096-8966-4fef54b8d523" providerId="ADAL" clId="{AB69B662-3E54-45A0-85D6-87615812C759}" dt="2023-09-19T17:10:40.290" v="1500" actId="478"/>
          <ac:cxnSpMkLst>
            <pc:docMk/>
            <pc:sldMk cId="543719079" sldId="343"/>
            <ac:cxnSpMk id="16" creationId="{2319740F-D466-CD58-C97B-F3A8FBA248CD}"/>
          </ac:cxnSpMkLst>
        </pc:cxnChg>
        <pc:cxnChg chg="add mod">
          <ac:chgData name="Kunz Moritz (XC-DX/ESP2)" userId="2ea979ff-b7a2-4096-8966-4fef54b8d523" providerId="ADAL" clId="{AB69B662-3E54-45A0-85D6-87615812C759}" dt="2023-09-19T17:32:20.014" v="2429" actId="1038"/>
          <ac:cxnSpMkLst>
            <pc:docMk/>
            <pc:sldMk cId="543719079" sldId="343"/>
            <ac:cxnSpMk id="28" creationId="{D887924C-452F-AAF4-41F9-46D3EE5F67B6}"/>
          </ac:cxnSpMkLst>
        </pc:cxnChg>
        <pc:cxnChg chg="add del mod">
          <ac:chgData name="Kunz Moritz (XC-DX/ESP2)" userId="2ea979ff-b7a2-4096-8966-4fef54b8d523" providerId="ADAL" clId="{AB69B662-3E54-45A0-85D6-87615812C759}" dt="2023-09-19T17:32:43.805" v="2431" actId="478"/>
          <ac:cxnSpMkLst>
            <pc:docMk/>
            <pc:sldMk cId="543719079" sldId="343"/>
            <ac:cxnSpMk id="47" creationId="{E267EF3F-E774-13D7-E796-874D4F36DCB9}"/>
          </ac:cxnSpMkLst>
        </pc:cxnChg>
        <pc:cxnChg chg="add mod">
          <ac:chgData name="Kunz Moritz (XC-DX/ESP2)" userId="2ea979ff-b7a2-4096-8966-4fef54b8d523" providerId="ADAL" clId="{AB69B662-3E54-45A0-85D6-87615812C759}" dt="2023-09-19T17:31:56.566" v="2405"/>
          <ac:cxnSpMkLst>
            <pc:docMk/>
            <pc:sldMk cId="543719079" sldId="343"/>
            <ac:cxnSpMk id="48" creationId="{83CB2FD8-AA1D-5D01-00DF-BD3544EBA1A6}"/>
          </ac:cxnSpMkLst>
        </pc:cxnChg>
        <pc:cxnChg chg="add mod">
          <ac:chgData name="Kunz Moritz (XC-DX/ESP2)" userId="2ea979ff-b7a2-4096-8966-4fef54b8d523" providerId="ADAL" clId="{AB69B662-3E54-45A0-85D6-87615812C759}" dt="2023-09-19T17:32:44.305" v="2432"/>
          <ac:cxnSpMkLst>
            <pc:docMk/>
            <pc:sldMk cId="543719079" sldId="343"/>
            <ac:cxnSpMk id="52" creationId="{4A440D9D-CC68-F077-102A-7047C74ACAD8}"/>
          </ac:cxnSpMkLst>
        </pc:cxnChg>
      </pc:sldChg>
      <pc:sldChg chg="addSp delSp modSp new mod">
        <pc:chgData name="Kunz Moritz (XC-DX/ESP2)" userId="2ea979ff-b7a2-4096-8966-4fef54b8d523" providerId="ADAL" clId="{AB69B662-3E54-45A0-85D6-87615812C759}" dt="2023-09-20T08:54:24.845" v="3549" actId="113"/>
        <pc:sldMkLst>
          <pc:docMk/>
          <pc:sldMk cId="1272239413" sldId="345"/>
        </pc:sldMkLst>
        <pc:spChg chg="mod">
          <ac:chgData name="Kunz Moritz (XC-DX/ESP2)" userId="2ea979ff-b7a2-4096-8966-4fef54b8d523" providerId="ADAL" clId="{AB69B662-3E54-45A0-85D6-87615812C759}" dt="2023-09-19T17:04:21.803" v="1420" actId="20577"/>
          <ac:spMkLst>
            <pc:docMk/>
            <pc:sldMk cId="1272239413" sldId="345"/>
            <ac:spMk id="2" creationId="{B9F58BA3-2362-07FD-F5E2-3064CAB701A3}"/>
          </ac:spMkLst>
        </pc:spChg>
        <pc:spChg chg="mod replST">
          <ac:chgData name="Kunz Moritz (XC-DX/ESP2)" userId="2ea979ff-b7a2-4096-8966-4fef54b8d523" providerId="ADAL" clId="{AB69B662-3E54-45A0-85D6-87615812C759}" dt="2023-09-19T17:04:11.947" v="1403"/>
          <ac:spMkLst>
            <pc:docMk/>
            <pc:sldMk cId="1272239413" sldId="345"/>
            <ac:spMk id="3" creationId="{DD3D9237-1BAD-06C4-E593-FE6560DB0355}"/>
          </ac:spMkLst>
        </pc:spChg>
        <pc:spChg chg="del">
          <ac:chgData name="Kunz Moritz (XC-DX/ESP2)" userId="2ea979ff-b7a2-4096-8966-4fef54b8d523" providerId="ADAL" clId="{AB69B662-3E54-45A0-85D6-87615812C759}" dt="2023-09-19T17:03:31.319" v="1382" actId="478"/>
          <ac:spMkLst>
            <pc:docMk/>
            <pc:sldMk cId="1272239413" sldId="345"/>
            <ac:spMk id="5" creationId="{B8E4D023-A977-861C-9AF2-EF997230A692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6" creationId="{E768AE21-1679-3912-13AC-B82905A118AB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7" creationId="{B97053D8-67B9-5EDE-C64A-E0006F089990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8" creationId="{0EAD3628-C954-D67B-E869-9F47F18AA6C9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9" creationId="{D43A6106-922D-9FBF-F011-986AE168A263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10" creationId="{3F9D921D-74EE-B269-B38B-452BDFD9336D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11" creationId="{4A418FF6-F198-8E84-9F6D-DC7174BB4363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12" creationId="{58CE603B-878F-69B0-9056-216A7FDBD547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13" creationId="{061490DF-B254-AAA8-6A22-885366E57863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14" creationId="{23BAFA6C-8E10-6A39-A6FA-E2CF85BA740F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25" creationId="{103EB85C-0EC3-3F99-E197-F2777CB1CF91}"/>
          </ac:spMkLst>
        </pc:spChg>
        <pc:spChg chg="add del mod">
          <ac:chgData name="Kunz Moritz (XC-DX/ESP2)" userId="2ea979ff-b7a2-4096-8966-4fef54b8d523" providerId="ADAL" clId="{AB69B662-3E54-45A0-85D6-87615812C759}" dt="2023-09-19T17:03:29.260" v="1381"/>
          <ac:spMkLst>
            <pc:docMk/>
            <pc:sldMk cId="1272239413" sldId="345"/>
            <ac:spMk id="26" creationId="{4833801B-34BE-1B6E-6A67-E4D53ACA62F9}"/>
          </ac:spMkLst>
        </pc:spChg>
        <pc:spChg chg="add mod">
          <ac:chgData name="Kunz Moritz (XC-DX/ESP2)" userId="2ea979ff-b7a2-4096-8966-4fef54b8d523" providerId="ADAL" clId="{AB69B662-3E54-45A0-85D6-87615812C759}" dt="2023-09-19T17:04:39.414" v="1437" actId="1037"/>
          <ac:spMkLst>
            <pc:docMk/>
            <pc:sldMk cId="1272239413" sldId="345"/>
            <ac:spMk id="27" creationId="{541B93A1-2DEC-1945-2A98-471AD0730B56}"/>
          </ac:spMkLst>
        </pc:spChg>
        <pc:spChg chg="add mod">
          <ac:chgData name="Kunz Moritz (XC-DX/ESP2)" userId="2ea979ff-b7a2-4096-8966-4fef54b8d523" providerId="ADAL" clId="{AB69B662-3E54-45A0-85D6-87615812C759}" dt="2023-09-19T17:33:53.098" v="2435" actId="208"/>
          <ac:spMkLst>
            <pc:docMk/>
            <pc:sldMk cId="1272239413" sldId="345"/>
            <ac:spMk id="28" creationId="{308312F3-70C1-5E47-CFC6-4797FE28F5D4}"/>
          </ac:spMkLst>
        </pc:spChg>
        <pc:spChg chg="add mod">
          <ac:chgData name="Kunz Moritz (XC-DX/ESP2)" userId="2ea979ff-b7a2-4096-8966-4fef54b8d523" providerId="ADAL" clId="{AB69B662-3E54-45A0-85D6-87615812C759}" dt="2023-09-19T17:33:53.098" v="2435" actId="208"/>
          <ac:spMkLst>
            <pc:docMk/>
            <pc:sldMk cId="1272239413" sldId="345"/>
            <ac:spMk id="29" creationId="{2CEC373C-7BE2-0CCF-28B3-6ECA0A01CD75}"/>
          </ac:spMkLst>
        </pc:spChg>
        <pc:spChg chg="add mod">
          <ac:chgData name="Kunz Moritz (XC-DX/ESP2)" userId="2ea979ff-b7a2-4096-8966-4fef54b8d523" providerId="ADAL" clId="{AB69B662-3E54-45A0-85D6-87615812C759}" dt="2023-09-20T08:54:04.736" v="3548" actId="113"/>
          <ac:spMkLst>
            <pc:docMk/>
            <pc:sldMk cId="1272239413" sldId="345"/>
            <ac:spMk id="30" creationId="{4415F4F4-2144-119B-5A38-4D57FB9C61AB}"/>
          </ac:spMkLst>
        </pc:spChg>
        <pc:spChg chg="add mod">
          <ac:chgData name="Kunz Moritz (XC-DX/ESP2)" userId="2ea979ff-b7a2-4096-8966-4fef54b8d523" providerId="ADAL" clId="{AB69B662-3E54-45A0-85D6-87615812C759}" dt="2023-09-19T17:33:53.098" v="2435" actId="208"/>
          <ac:spMkLst>
            <pc:docMk/>
            <pc:sldMk cId="1272239413" sldId="345"/>
            <ac:spMk id="31" creationId="{5D610D19-3E2A-5D62-6A89-7C9D56906B84}"/>
          </ac:spMkLst>
        </pc:spChg>
        <pc:spChg chg="add mod">
          <ac:chgData name="Kunz Moritz (XC-DX/ESP2)" userId="2ea979ff-b7a2-4096-8966-4fef54b8d523" providerId="ADAL" clId="{AB69B662-3E54-45A0-85D6-87615812C759}" dt="2023-09-20T08:51:12.654" v="3529" actId="1036"/>
          <ac:spMkLst>
            <pc:docMk/>
            <pc:sldMk cId="1272239413" sldId="345"/>
            <ac:spMk id="32" creationId="{3BC4A792-9D37-51BE-7504-781F27C46A51}"/>
          </ac:spMkLst>
        </pc:spChg>
        <pc:spChg chg="add mod">
          <ac:chgData name="Kunz Moritz (XC-DX/ESP2)" userId="2ea979ff-b7a2-4096-8966-4fef54b8d523" providerId="ADAL" clId="{AB69B662-3E54-45A0-85D6-87615812C759}" dt="2023-09-20T08:52:51.097" v="3546" actId="20577"/>
          <ac:spMkLst>
            <pc:docMk/>
            <pc:sldMk cId="1272239413" sldId="345"/>
            <ac:spMk id="33" creationId="{65962641-FD95-3ED3-C826-07D1BABA5642}"/>
          </ac:spMkLst>
        </pc:spChg>
        <pc:spChg chg="add mod">
          <ac:chgData name="Kunz Moritz (XC-DX/ESP2)" userId="2ea979ff-b7a2-4096-8966-4fef54b8d523" providerId="ADAL" clId="{AB69B662-3E54-45A0-85D6-87615812C759}" dt="2023-09-20T08:54:24.845" v="3549" actId="113"/>
          <ac:spMkLst>
            <pc:docMk/>
            <pc:sldMk cId="1272239413" sldId="345"/>
            <ac:spMk id="34" creationId="{1729EDC5-F709-4F83-5228-14A4ADB74BFA}"/>
          </ac:spMkLst>
        </pc:spChg>
        <pc:spChg chg="add mod">
          <ac:chgData name="Kunz Moritz (XC-DX/ESP2)" userId="2ea979ff-b7a2-4096-8966-4fef54b8d523" providerId="ADAL" clId="{AB69B662-3E54-45A0-85D6-87615812C759}" dt="2023-09-20T06:36:09.021" v="2902" actId="403"/>
          <ac:spMkLst>
            <pc:docMk/>
            <pc:sldMk cId="1272239413" sldId="345"/>
            <ac:spMk id="35" creationId="{D3E70145-1CAC-F021-380E-CA70D37FF3E4}"/>
          </ac:spMkLst>
        </pc:spChg>
        <pc:spChg chg="add mod">
          <ac:chgData name="Kunz Moritz (XC-DX/ESP2)" userId="2ea979ff-b7a2-4096-8966-4fef54b8d523" providerId="ADAL" clId="{AB69B662-3E54-45A0-85D6-87615812C759}" dt="2023-09-19T17:04:00.816" v="1402" actId="14100"/>
          <ac:spMkLst>
            <pc:docMk/>
            <pc:sldMk cId="1272239413" sldId="345"/>
            <ac:spMk id="46" creationId="{8AC72848-D81C-6C79-7A00-771F3EA2906A}"/>
          </ac:spMkLst>
        </pc:spChg>
        <pc:spChg chg="add mod">
          <ac:chgData name="Kunz Moritz (XC-DX/ESP2)" userId="2ea979ff-b7a2-4096-8966-4fef54b8d523" providerId="ADAL" clId="{AB69B662-3E54-45A0-85D6-87615812C759}" dt="2023-09-19T17:33:31.004" v="2433" actId="207"/>
          <ac:spMkLst>
            <pc:docMk/>
            <pc:sldMk cId="1272239413" sldId="345"/>
            <ac:spMk id="47" creationId="{2DFA679A-6DDE-9CE2-6513-32530C07E16F}"/>
          </ac:spMkLst>
        </pc:sp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15" creationId="{CEA223D5-33FA-9C2A-F418-B41530F54F23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16" creationId="{039531A3-3753-F8C4-3DDD-88005ECDCC44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17" creationId="{0B86CACF-6D05-EDB2-F71F-D6A511FE1C29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18" creationId="{D6D3BBD8-940C-DE1C-0ECA-8AD7368FC4CC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19" creationId="{2A5C38BC-F440-C4E5-F114-33EA4BBBA31B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20" creationId="{536DBB5E-74C3-A81C-D919-26BAFAA29EC7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21" creationId="{0C25AC37-7E8B-656C-E0A9-4EDB787FB639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22" creationId="{2FDD6910-1F72-CC66-4BF8-FD6783A7DCF2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23" creationId="{E2B819EC-09E0-E481-55EB-165934AD7BE5}"/>
          </ac:cxnSpMkLst>
        </pc:cxnChg>
        <pc:cxnChg chg="add del mod">
          <ac:chgData name="Kunz Moritz (XC-DX/ESP2)" userId="2ea979ff-b7a2-4096-8966-4fef54b8d523" providerId="ADAL" clId="{AB69B662-3E54-45A0-85D6-87615812C759}" dt="2023-09-19T17:03:29.260" v="1381"/>
          <ac:cxnSpMkLst>
            <pc:docMk/>
            <pc:sldMk cId="1272239413" sldId="345"/>
            <ac:cxnSpMk id="24" creationId="{D183E407-3921-C1FB-2718-99E17984C107}"/>
          </ac:cxnSpMkLst>
        </pc:cxnChg>
        <pc:cxnChg chg="add mod">
          <ac:chgData name="Kunz Moritz (XC-DX/ESP2)" userId="2ea979ff-b7a2-4096-8966-4fef54b8d523" providerId="ADAL" clId="{AB69B662-3E54-45A0-85D6-87615812C759}" dt="2023-09-19T17:34:00.521" v="2436" actId="208"/>
          <ac:cxnSpMkLst>
            <pc:docMk/>
            <pc:sldMk cId="1272239413" sldId="345"/>
            <ac:cxnSpMk id="36" creationId="{F13589AA-F77E-8F0A-FB75-F2541B9B0ACC}"/>
          </ac:cxnSpMkLst>
        </pc:cxnChg>
        <pc:cxnChg chg="add mod">
          <ac:chgData name="Kunz Moritz (XC-DX/ESP2)" userId="2ea979ff-b7a2-4096-8966-4fef54b8d523" providerId="ADAL" clId="{AB69B662-3E54-45A0-85D6-87615812C759}" dt="2023-09-19T17:34:00.521" v="2436" actId="208"/>
          <ac:cxnSpMkLst>
            <pc:docMk/>
            <pc:sldMk cId="1272239413" sldId="345"/>
            <ac:cxnSpMk id="37" creationId="{7DC6C344-DF5A-88A3-5A0F-41FEF5460375}"/>
          </ac:cxnSpMkLst>
        </pc:cxnChg>
        <pc:cxnChg chg="add mod">
          <ac:chgData name="Kunz Moritz (XC-DX/ESP2)" userId="2ea979ff-b7a2-4096-8966-4fef54b8d523" providerId="ADAL" clId="{AB69B662-3E54-45A0-85D6-87615812C759}" dt="2023-09-19T17:34:00.521" v="2436" actId="208"/>
          <ac:cxnSpMkLst>
            <pc:docMk/>
            <pc:sldMk cId="1272239413" sldId="345"/>
            <ac:cxnSpMk id="38" creationId="{0AE1922F-0436-323A-488A-9BCFCF4EBE26}"/>
          </ac:cxnSpMkLst>
        </pc:cxnChg>
        <pc:cxnChg chg="add mod">
          <ac:chgData name="Kunz Moritz (XC-DX/ESP2)" userId="2ea979ff-b7a2-4096-8966-4fef54b8d523" providerId="ADAL" clId="{AB69B662-3E54-45A0-85D6-87615812C759}" dt="2023-09-19T17:34:00.521" v="2436" actId="208"/>
          <ac:cxnSpMkLst>
            <pc:docMk/>
            <pc:sldMk cId="1272239413" sldId="345"/>
            <ac:cxnSpMk id="39" creationId="{BB18E951-F635-0F88-5979-E27772EE88FE}"/>
          </ac:cxnSpMkLst>
        </pc:cxnChg>
        <pc:cxnChg chg="add mod">
          <ac:chgData name="Kunz Moritz (XC-DX/ESP2)" userId="2ea979ff-b7a2-4096-8966-4fef54b8d523" providerId="ADAL" clId="{AB69B662-3E54-45A0-85D6-87615812C759}" dt="2023-09-20T06:36:09.021" v="2902" actId="403"/>
          <ac:cxnSpMkLst>
            <pc:docMk/>
            <pc:sldMk cId="1272239413" sldId="345"/>
            <ac:cxnSpMk id="40" creationId="{4F305509-86C0-6646-F6EA-B178CDCAB398}"/>
          </ac:cxnSpMkLst>
        </pc:cxnChg>
        <pc:cxnChg chg="add mod">
          <ac:chgData name="Kunz Moritz (XC-DX/ESP2)" userId="2ea979ff-b7a2-4096-8966-4fef54b8d523" providerId="ADAL" clId="{AB69B662-3E54-45A0-85D6-87615812C759}" dt="2023-09-20T08:51:12.654" v="3529" actId="1036"/>
          <ac:cxnSpMkLst>
            <pc:docMk/>
            <pc:sldMk cId="1272239413" sldId="345"/>
            <ac:cxnSpMk id="41" creationId="{22B16F3A-15F3-3729-56F6-134709460F5E}"/>
          </ac:cxnSpMkLst>
        </pc:cxnChg>
        <pc:cxnChg chg="add mod">
          <ac:chgData name="Kunz Moritz (XC-DX/ESP2)" userId="2ea979ff-b7a2-4096-8966-4fef54b8d523" providerId="ADAL" clId="{AB69B662-3E54-45A0-85D6-87615812C759}" dt="2023-09-20T08:52:51.097" v="3546" actId="20577"/>
          <ac:cxnSpMkLst>
            <pc:docMk/>
            <pc:sldMk cId="1272239413" sldId="345"/>
            <ac:cxnSpMk id="42" creationId="{FB9AC279-CABA-A666-EEB8-35E03A84ACD8}"/>
          </ac:cxnSpMkLst>
        </pc:cxnChg>
        <pc:cxnChg chg="add mod">
          <ac:chgData name="Kunz Moritz (XC-DX/ESP2)" userId="2ea979ff-b7a2-4096-8966-4fef54b8d523" providerId="ADAL" clId="{AB69B662-3E54-45A0-85D6-87615812C759}" dt="2023-09-20T08:54:24.845" v="3549" actId="113"/>
          <ac:cxnSpMkLst>
            <pc:docMk/>
            <pc:sldMk cId="1272239413" sldId="345"/>
            <ac:cxnSpMk id="43" creationId="{ED646D14-5B5C-D03A-C440-668DC1A4F196}"/>
          </ac:cxnSpMkLst>
        </pc:cxnChg>
        <pc:cxnChg chg="add mod">
          <ac:chgData name="Kunz Moritz (XC-DX/ESP2)" userId="2ea979ff-b7a2-4096-8966-4fef54b8d523" providerId="ADAL" clId="{AB69B662-3E54-45A0-85D6-87615812C759}" dt="2023-09-20T08:54:24.845" v="3549" actId="113"/>
          <ac:cxnSpMkLst>
            <pc:docMk/>
            <pc:sldMk cId="1272239413" sldId="345"/>
            <ac:cxnSpMk id="44" creationId="{4BCE76CA-6E89-4137-4CA9-E8289C4F993E}"/>
          </ac:cxnSpMkLst>
        </pc:cxnChg>
        <pc:cxnChg chg="add mod">
          <ac:chgData name="Kunz Moritz (XC-DX/ESP2)" userId="2ea979ff-b7a2-4096-8966-4fef54b8d523" providerId="ADAL" clId="{AB69B662-3E54-45A0-85D6-87615812C759}" dt="2023-09-19T17:33:45.148" v="2434" actId="207"/>
          <ac:cxnSpMkLst>
            <pc:docMk/>
            <pc:sldMk cId="1272239413" sldId="345"/>
            <ac:cxnSpMk id="45" creationId="{4041F2C1-A389-940F-960C-1B0D1A9F1F43}"/>
          </ac:cxnSpMkLst>
        </pc:cxnChg>
      </pc:sldChg>
      <pc:sldChg chg="modSp new mod">
        <pc:chgData name="Kunz Moritz (XC-DX/ESP2)" userId="2ea979ff-b7a2-4096-8966-4fef54b8d523" providerId="ADAL" clId="{AB69B662-3E54-45A0-85D6-87615812C759}" dt="2023-09-20T06:24:56.565" v="2650" actId="20577"/>
        <pc:sldMkLst>
          <pc:docMk/>
          <pc:sldMk cId="3361376559" sldId="346"/>
        </pc:sldMkLst>
        <pc:spChg chg="mod">
          <ac:chgData name="Kunz Moritz (XC-DX/ESP2)" userId="2ea979ff-b7a2-4096-8966-4fef54b8d523" providerId="ADAL" clId="{AB69B662-3E54-45A0-85D6-87615812C759}" dt="2023-09-19T17:19:06.751" v="1640" actId="20577"/>
          <ac:spMkLst>
            <pc:docMk/>
            <pc:sldMk cId="3361376559" sldId="346"/>
            <ac:spMk id="2" creationId="{8635F9A7-5DCE-6464-FB68-4F3778EAB90A}"/>
          </ac:spMkLst>
        </pc:spChg>
        <pc:spChg chg="mod replST">
          <ac:chgData name="Kunz Moritz (XC-DX/ESP2)" userId="2ea979ff-b7a2-4096-8966-4fef54b8d523" providerId="ADAL" clId="{AB69B662-3E54-45A0-85D6-87615812C759}" dt="2023-09-19T17:19:01.461" v="1626" actId="20577"/>
          <ac:spMkLst>
            <pc:docMk/>
            <pc:sldMk cId="3361376559" sldId="346"/>
            <ac:spMk id="3" creationId="{85031F78-77E5-5E2D-6E6D-41C757EDE989}"/>
          </ac:spMkLst>
        </pc:spChg>
        <pc:spChg chg="mod">
          <ac:chgData name="Kunz Moritz (XC-DX/ESP2)" userId="2ea979ff-b7a2-4096-8966-4fef54b8d523" providerId="ADAL" clId="{AB69B662-3E54-45A0-85D6-87615812C759}" dt="2023-09-20T06:24:56.565" v="2650" actId="20577"/>
          <ac:spMkLst>
            <pc:docMk/>
            <pc:sldMk cId="3361376559" sldId="346"/>
            <ac:spMk id="5" creationId="{15A4B6BC-881D-603C-9E9C-B61BEEAC9E64}"/>
          </ac:spMkLst>
        </pc:spChg>
      </pc:sldChg>
      <pc:sldChg chg="modSp new mod">
        <pc:chgData name="Kunz Moritz (XC-DX/ESP2)" userId="2ea979ff-b7a2-4096-8966-4fef54b8d523" providerId="ADAL" clId="{AB69B662-3E54-45A0-85D6-87615812C759}" dt="2023-09-20T11:23:39.845" v="4075" actId="20577"/>
        <pc:sldMkLst>
          <pc:docMk/>
          <pc:sldMk cId="1452803556" sldId="347"/>
        </pc:sldMkLst>
        <pc:spChg chg="mod">
          <ac:chgData name="Kunz Moritz (XC-DX/ESP2)" userId="2ea979ff-b7a2-4096-8966-4fef54b8d523" providerId="ADAL" clId="{AB69B662-3E54-45A0-85D6-87615812C759}" dt="2023-09-20T06:27:35.473" v="2760" actId="20577"/>
          <ac:spMkLst>
            <pc:docMk/>
            <pc:sldMk cId="1452803556" sldId="347"/>
            <ac:spMk id="2" creationId="{68F76C6C-127F-5B0E-A073-1D9F97F1699D}"/>
          </ac:spMkLst>
        </pc:spChg>
        <pc:spChg chg="mod replST">
          <ac:chgData name="Kunz Moritz (XC-DX/ESP2)" userId="2ea979ff-b7a2-4096-8966-4fef54b8d523" providerId="ADAL" clId="{AB69B662-3E54-45A0-85D6-87615812C759}" dt="2023-09-20T11:23:39.845" v="4075" actId="20577"/>
          <ac:spMkLst>
            <pc:docMk/>
            <pc:sldMk cId="1452803556" sldId="347"/>
            <ac:spMk id="3" creationId="{367119D2-038A-C41A-7806-3FD1C02148E0}"/>
          </ac:spMkLst>
        </pc:spChg>
        <pc:spChg chg="mod">
          <ac:chgData name="Kunz Moritz (XC-DX/ESP2)" userId="2ea979ff-b7a2-4096-8966-4fef54b8d523" providerId="ADAL" clId="{AB69B662-3E54-45A0-85D6-87615812C759}" dt="2023-09-20T08:34:43.601" v="3403" actId="20577"/>
          <ac:spMkLst>
            <pc:docMk/>
            <pc:sldMk cId="1452803556" sldId="347"/>
            <ac:spMk id="5" creationId="{93D1E25E-1396-7253-3DE4-488F599291EB}"/>
          </ac:spMkLst>
        </pc:spChg>
      </pc:sldChg>
      <pc:sldChg chg="addSp delSp modSp new mod modClrScheme chgLayout">
        <pc:chgData name="Kunz Moritz (XC-DX/ESP2)" userId="2ea979ff-b7a2-4096-8966-4fef54b8d523" providerId="ADAL" clId="{AB69B662-3E54-45A0-85D6-87615812C759}" dt="2023-09-20T10:50:45.315" v="4054" actId="20577"/>
        <pc:sldMkLst>
          <pc:docMk/>
          <pc:sldMk cId="2463594899" sldId="348"/>
        </pc:sldMkLst>
        <pc:spChg chg="mod ord">
          <ac:chgData name="Kunz Moritz (XC-DX/ESP2)" userId="2ea979ff-b7a2-4096-8966-4fef54b8d523" providerId="ADAL" clId="{AB69B662-3E54-45A0-85D6-87615812C759}" dt="2023-09-20T06:38:35.085" v="2903" actId="700"/>
          <ac:spMkLst>
            <pc:docMk/>
            <pc:sldMk cId="2463594899" sldId="348"/>
            <ac:spMk id="2" creationId="{F0A6AE29-470C-2E1F-5A9E-C448AF89BA32}"/>
          </ac:spMkLst>
        </pc:spChg>
        <pc:spChg chg="mod ord replST">
          <ac:chgData name="Kunz Moritz (XC-DX/ESP2)" userId="2ea979ff-b7a2-4096-8966-4fef54b8d523" providerId="ADAL" clId="{AB69B662-3E54-45A0-85D6-87615812C759}" dt="2023-09-20T06:38:35.085" v="2903" actId="700"/>
          <ac:spMkLst>
            <pc:docMk/>
            <pc:sldMk cId="2463594899" sldId="348"/>
            <ac:spMk id="3" creationId="{B7158576-D32D-6295-1A18-FD3E41096996}"/>
          </ac:spMkLst>
        </pc:spChg>
        <pc:spChg chg="mod ord">
          <ac:chgData name="Kunz Moritz (XC-DX/ESP2)" userId="2ea979ff-b7a2-4096-8966-4fef54b8d523" providerId="ADAL" clId="{AB69B662-3E54-45A0-85D6-87615812C759}" dt="2023-09-20T06:38:35.085" v="2903" actId="700"/>
          <ac:spMkLst>
            <pc:docMk/>
            <pc:sldMk cId="2463594899" sldId="348"/>
            <ac:spMk id="4" creationId="{067592FF-EBAB-219B-6DFE-AC6BACE615F8}"/>
          </ac:spMkLst>
        </pc:spChg>
        <pc:spChg chg="del mod ord">
          <ac:chgData name="Kunz Moritz (XC-DX/ESP2)" userId="2ea979ff-b7a2-4096-8966-4fef54b8d523" providerId="ADAL" clId="{AB69B662-3E54-45A0-85D6-87615812C759}" dt="2023-09-20T06:38:35.085" v="2903" actId="700"/>
          <ac:spMkLst>
            <pc:docMk/>
            <pc:sldMk cId="2463594899" sldId="348"/>
            <ac:spMk id="5" creationId="{49739715-2C46-EAF1-B086-3C283C1D61AE}"/>
          </ac:spMkLst>
        </pc:spChg>
        <pc:spChg chg="add mod ord">
          <ac:chgData name="Kunz Moritz (XC-DX/ESP2)" userId="2ea979ff-b7a2-4096-8966-4fef54b8d523" providerId="ADAL" clId="{AB69B662-3E54-45A0-85D6-87615812C759}" dt="2023-09-20T06:54:20.825" v="3140" actId="20577"/>
          <ac:spMkLst>
            <pc:docMk/>
            <pc:sldMk cId="2463594899" sldId="348"/>
            <ac:spMk id="6" creationId="{AA70A897-E12C-A5C5-70A3-B40E91C69E0F}"/>
          </ac:spMkLst>
        </pc:spChg>
        <pc:spChg chg="add mod ord">
          <ac:chgData name="Kunz Moritz (XC-DX/ESP2)" userId="2ea979ff-b7a2-4096-8966-4fef54b8d523" providerId="ADAL" clId="{AB69B662-3E54-45A0-85D6-87615812C759}" dt="2023-09-20T10:50:45.315" v="4054" actId="20577"/>
          <ac:spMkLst>
            <pc:docMk/>
            <pc:sldMk cId="2463594899" sldId="348"/>
            <ac:spMk id="7" creationId="{6DEFC967-957D-3C4E-ED70-1C145663E263}"/>
          </ac:spMkLst>
        </pc:spChg>
        <pc:graphicFrameChg chg="add mod modGraphic">
          <ac:chgData name="Kunz Moritz (XC-DX/ESP2)" userId="2ea979ff-b7a2-4096-8966-4fef54b8d523" providerId="ADAL" clId="{AB69B662-3E54-45A0-85D6-87615812C759}" dt="2023-09-20T07:00:22.140" v="3333" actId="14734"/>
          <ac:graphicFrameMkLst>
            <pc:docMk/>
            <pc:sldMk cId="2463594899" sldId="348"/>
            <ac:graphicFrameMk id="8" creationId="{DABAD149-C981-D816-3A7E-EDD9490219CF}"/>
          </ac:graphicFrameMkLst>
        </pc:graphicFrameChg>
      </pc:sldChg>
      <pc:sldChg chg="modSp new mod">
        <pc:chgData name="Kunz Moritz (XC-DX/ESP2)" userId="2ea979ff-b7a2-4096-8966-4fef54b8d523" providerId="ADAL" clId="{AB69B662-3E54-45A0-85D6-87615812C759}" dt="2023-09-20T11:23:53.809" v="4077"/>
        <pc:sldMkLst>
          <pc:docMk/>
          <pc:sldMk cId="145308253" sldId="349"/>
        </pc:sldMkLst>
        <pc:spChg chg="mod">
          <ac:chgData name="Kunz Moritz (XC-DX/ESP2)" userId="2ea979ff-b7a2-4096-8966-4fef54b8d523" providerId="ADAL" clId="{AB69B662-3E54-45A0-85D6-87615812C759}" dt="2023-09-20T09:37:16.533" v="3639" actId="20577"/>
          <ac:spMkLst>
            <pc:docMk/>
            <pc:sldMk cId="145308253" sldId="349"/>
            <ac:spMk id="2" creationId="{32D48A72-2D38-E39D-18DD-634BABB67954}"/>
          </ac:spMkLst>
        </pc:spChg>
        <pc:spChg chg="mod replST">
          <ac:chgData name="Kunz Moritz (XC-DX/ESP2)" userId="2ea979ff-b7a2-4096-8966-4fef54b8d523" providerId="ADAL" clId="{AB69B662-3E54-45A0-85D6-87615812C759}" dt="2023-09-20T11:23:53.809" v="4077"/>
          <ac:spMkLst>
            <pc:docMk/>
            <pc:sldMk cId="145308253" sldId="349"/>
            <ac:spMk id="3" creationId="{01117521-1C0D-A965-0790-FE48AABB72BE}"/>
          </ac:spMkLst>
        </pc:spChg>
        <pc:spChg chg="mod">
          <ac:chgData name="Kunz Moritz (XC-DX/ESP2)" userId="2ea979ff-b7a2-4096-8966-4fef54b8d523" providerId="ADAL" clId="{AB69B662-3E54-45A0-85D6-87615812C759}" dt="2023-09-20T10:47:12.808" v="4000" actId="20577"/>
          <ac:spMkLst>
            <pc:docMk/>
            <pc:sldMk cId="145308253" sldId="349"/>
            <ac:spMk id="5" creationId="{D343A7A6-385C-8396-921D-27FBE052A0D0}"/>
          </ac:spMkLst>
        </pc:spChg>
      </pc:sldChg>
    </pc:docChg>
  </pc:docChgLst>
  <pc:docChgLst>
    <pc:chgData name="Amaral Bernardo (XC-AS/ENG12-Brg)" userId="S::amb2brg@bosch.com::3ffc8c31-644f-49eb-b15e-8f1fc1acf660" providerId="AD" clId="Web-{04C9C5F9-030F-6B99-4C73-C164208CE103}"/>
    <pc:docChg chg="modSld">
      <pc:chgData name="Amaral Bernardo (XC-AS/ENG12-Brg)" userId="S::amb2brg@bosch.com::3ffc8c31-644f-49eb-b15e-8f1fc1acf660" providerId="AD" clId="Web-{04C9C5F9-030F-6B99-4C73-C164208CE103}" dt="2024-10-23T08:57:09.733" v="0" actId="1076"/>
      <pc:docMkLst>
        <pc:docMk/>
      </pc:docMkLst>
      <pc:sldChg chg="modSp">
        <pc:chgData name="Amaral Bernardo (XC-AS/ENG12-Brg)" userId="S::amb2brg@bosch.com::3ffc8c31-644f-49eb-b15e-8f1fc1acf660" providerId="AD" clId="Web-{04C9C5F9-030F-6B99-4C73-C164208CE103}" dt="2024-10-23T08:57:09.733" v="0" actId="1076"/>
        <pc:sldMkLst>
          <pc:docMk/>
          <pc:sldMk cId="1973342109" sldId="333"/>
        </pc:sldMkLst>
        <pc:picChg chg="mod">
          <ac:chgData name="Amaral Bernardo (XC-AS/ENG12-Brg)" userId="S::amb2brg@bosch.com::3ffc8c31-644f-49eb-b15e-8f1fc1acf660" providerId="AD" clId="Web-{04C9C5F9-030F-6B99-4C73-C164208CE103}" dt="2024-10-23T08:57:09.733" v="0" actId="1076"/>
          <ac:picMkLst>
            <pc:docMk/>
            <pc:sldMk cId="1973342109" sldId="333"/>
            <ac:picMk id="30" creationId="{D797661F-47C0-8A31-8E01-EC04ADD6907E}"/>
          </ac:picMkLst>
        </pc:picChg>
      </pc:sldChg>
    </pc:docChg>
  </pc:docChgLst>
  <pc:docChgLst>
    <pc:chgData name="Schrader Sophie (XC-AS/EDP2 XC-AS/ECB1)" userId="S::ssc5hi@bosch.com::6f4ce1ed-facf-4ad0-865d-953d0941cca8" providerId="AD" clId="Web-{34A67FF1-84DC-04A9-A568-400033C65281}"/>
    <pc:docChg chg="addSld modSld">
      <pc:chgData name="Schrader Sophie (XC-AS/EDP2 XC-AS/ECB1)" userId="S::ssc5hi@bosch.com::6f4ce1ed-facf-4ad0-865d-953d0941cca8" providerId="AD" clId="Web-{34A67FF1-84DC-04A9-A568-400033C65281}" dt="2025-06-03T20:34:03.849" v="8" actId="1076"/>
      <pc:docMkLst>
        <pc:docMk/>
      </pc:docMkLst>
      <pc:sldChg chg="modSp add">
        <pc:chgData name="Schrader Sophie (XC-AS/EDP2 XC-AS/ECB1)" userId="S::ssc5hi@bosch.com::6f4ce1ed-facf-4ad0-865d-953d0941cca8" providerId="AD" clId="Web-{34A67FF1-84DC-04A9-A568-400033C65281}" dt="2025-06-03T20:34:03.849" v="8" actId="1076"/>
        <pc:sldMkLst>
          <pc:docMk/>
          <pc:sldMk cId="1789377159" sldId="358"/>
        </pc:sldMkLst>
        <pc:picChg chg="mod">
          <ac:chgData name="Schrader Sophie (XC-AS/EDP2 XC-AS/ECB1)" userId="S::ssc5hi@bosch.com::6f4ce1ed-facf-4ad0-865d-953d0941cca8" providerId="AD" clId="Web-{34A67FF1-84DC-04A9-A568-400033C65281}" dt="2025-06-03T20:34:03.849" v="8" actId="1076"/>
          <ac:picMkLst>
            <pc:docMk/>
            <pc:sldMk cId="1789377159" sldId="358"/>
            <ac:picMk id="2" creationId="{17A6AA88-E188-095A-D661-4235B928ADEA}"/>
          </ac:picMkLst>
        </pc:picChg>
        <pc:picChg chg="mod">
          <ac:chgData name="Schrader Sophie (XC-AS/EDP2 XC-AS/ECB1)" userId="S::ssc5hi@bosch.com::6f4ce1ed-facf-4ad0-865d-953d0941cca8" providerId="AD" clId="Web-{34A67FF1-84DC-04A9-A568-400033C65281}" dt="2025-06-03T20:33:07.972" v="2" actId="1076"/>
          <ac:picMkLst>
            <pc:docMk/>
            <pc:sldMk cId="1789377159" sldId="358"/>
            <ac:picMk id="7" creationId="{AD02D12D-BBE0-1E2E-F258-E43EA0ABF2EB}"/>
          </ac:picMkLst>
        </pc:picChg>
        <pc:picChg chg="mod">
          <ac:chgData name="Schrader Sophie (XC-AS/EDP2 XC-AS/ECB1)" userId="S::ssc5hi@bosch.com::6f4ce1ed-facf-4ad0-865d-953d0941cca8" providerId="AD" clId="Web-{34A67FF1-84DC-04A9-A568-400033C65281}" dt="2025-06-03T20:33:49.067" v="5" actId="14100"/>
          <ac:picMkLst>
            <pc:docMk/>
            <pc:sldMk cId="1789377159" sldId="358"/>
            <ac:picMk id="15" creationId="{7A7E2EFD-71D9-9F54-ACD8-B7692CC25F5D}"/>
          </ac:picMkLst>
        </pc:picChg>
      </pc:sldChg>
      <pc:sldChg chg="add">
        <pc:chgData name="Schrader Sophie (XC-AS/EDP2 XC-AS/ECB1)" userId="S::ssc5hi@bosch.com::6f4ce1ed-facf-4ad0-865d-953d0941cca8" providerId="AD" clId="Web-{34A67FF1-84DC-04A9-A568-400033C65281}" dt="2025-06-03T20:32:48.237" v="1"/>
        <pc:sldMkLst>
          <pc:docMk/>
          <pc:sldMk cId="929183975" sldId="359"/>
        </pc:sldMkLst>
      </pc:sldChg>
    </pc:docChg>
  </pc:docChgLst>
  <pc:docChgLst>
    <pc:chgData name="Elmer Martin (XC-AS/EDP2)" userId="75a78f79-d1d1-4d9a-8948-111248dfeee7" providerId="ADAL" clId="{3FDD288A-EE88-4594-8152-A9C7B25C83D8}"/>
    <pc:docChg chg="custSel addSld delSld modSld">
      <pc:chgData name="Elmer Martin (XC-AS/EDP2)" userId="75a78f79-d1d1-4d9a-8948-111248dfeee7" providerId="ADAL" clId="{3FDD288A-EE88-4594-8152-A9C7B25C83D8}" dt="2025-06-18T11:00:22.706" v="744" actId="20577"/>
      <pc:docMkLst>
        <pc:docMk/>
      </pc:docMkLst>
      <pc:sldChg chg="del">
        <pc:chgData name="Elmer Martin (XC-AS/EDP2)" userId="75a78f79-d1d1-4d9a-8948-111248dfeee7" providerId="ADAL" clId="{3FDD288A-EE88-4594-8152-A9C7B25C83D8}" dt="2025-06-04T10:12:12.419" v="740" actId="2696"/>
        <pc:sldMkLst>
          <pc:docMk/>
          <pc:sldMk cId="3043114286" sldId="257"/>
        </pc:sldMkLst>
      </pc:sldChg>
      <pc:sldChg chg="add">
        <pc:chgData name="Elmer Martin (XC-AS/EDP2)" userId="75a78f79-d1d1-4d9a-8948-111248dfeee7" providerId="ADAL" clId="{3FDD288A-EE88-4594-8152-A9C7B25C83D8}" dt="2025-06-04T10:12:16.107" v="741"/>
        <pc:sldMkLst>
          <pc:docMk/>
          <pc:sldMk cId="3301795006" sldId="257"/>
        </pc:sldMkLst>
      </pc:sldChg>
      <pc:sldChg chg="del">
        <pc:chgData name="Elmer Martin (XC-AS/EDP2)" userId="75a78f79-d1d1-4d9a-8948-111248dfeee7" providerId="ADAL" clId="{3FDD288A-EE88-4594-8152-A9C7B25C83D8}" dt="2025-06-04T10:12:12.419" v="740" actId="2696"/>
        <pc:sldMkLst>
          <pc:docMk/>
          <pc:sldMk cId="1090877273" sldId="259"/>
        </pc:sldMkLst>
      </pc:sldChg>
      <pc:sldChg chg="add">
        <pc:chgData name="Elmer Martin (XC-AS/EDP2)" userId="75a78f79-d1d1-4d9a-8948-111248dfeee7" providerId="ADAL" clId="{3FDD288A-EE88-4594-8152-A9C7B25C83D8}" dt="2025-06-04T10:12:16.107" v="741"/>
        <pc:sldMkLst>
          <pc:docMk/>
          <pc:sldMk cId="2270526134" sldId="259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550925399" sldId="293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3914592860" sldId="293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1870012966" sldId="301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4286569389" sldId="301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9404746" sldId="302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992656199" sldId="302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322227374" sldId="303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3155831142" sldId="303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3227092233" sldId="304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3293939119" sldId="304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743809775" sldId="305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1448265251" sldId="305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1898509224" sldId="306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2408955272" sldId="306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3251012221" sldId="307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3492189281" sldId="307"/>
        </pc:sldMkLst>
      </pc:sldChg>
      <pc:sldChg chg="del">
        <pc:chgData name="Elmer Martin (XC-AS/EDP2)" userId="75a78f79-d1d1-4d9a-8948-111248dfeee7" providerId="ADAL" clId="{3FDD288A-EE88-4594-8152-A9C7B25C83D8}" dt="2025-06-04T10:11:20.708" v="738" actId="2696"/>
        <pc:sldMkLst>
          <pc:docMk/>
          <pc:sldMk cId="682711969" sldId="308"/>
        </pc:sldMkLst>
      </pc:sldChg>
      <pc:sldChg chg="add">
        <pc:chgData name="Elmer Martin (XC-AS/EDP2)" userId="75a78f79-d1d1-4d9a-8948-111248dfeee7" providerId="ADAL" clId="{3FDD288A-EE88-4594-8152-A9C7B25C83D8}" dt="2025-06-04T10:11:26.560" v="739"/>
        <pc:sldMkLst>
          <pc:docMk/>
          <pc:sldMk cId="2616192895" sldId="308"/>
        </pc:sldMkLst>
      </pc:sldChg>
      <pc:sldChg chg="mod modShow">
        <pc:chgData name="Elmer Martin (XC-AS/EDP2)" userId="75a78f79-d1d1-4d9a-8948-111248dfeee7" providerId="ADAL" clId="{3FDD288A-EE88-4594-8152-A9C7B25C83D8}" dt="2025-06-04T10:11:13.553" v="737" actId="729"/>
        <pc:sldMkLst>
          <pc:docMk/>
          <pc:sldMk cId="3560723188" sldId="335"/>
        </pc:sldMkLst>
      </pc:sldChg>
      <pc:sldChg chg="del">
        <pc:chgData name="Elmer Martin (XC-AS/EDP2)" userId="75a78f79-d1d1-4d9a-8948-111248dfeee7" providerId="ADAL" clId="{3FDD288A-EE88-4594-8152-A9C7B25C83D8}" dt="2025-06-04T10:12:12.419" v="740" actId="2696"/>
        <pc:sldMkLst>
          <pc:docMk/>
          <pc:sldMk cId="543719079" sldId="343"/>
        </pc:sldMkLst>
      </pc:sldChg>
      <pc:sldChg chg="add">
        <pc:chgData name="Elmer Martin (XC-AS/EDP2)" userId="75a78f79-d1d1-4d9a-8948-111248dfeee7" providerId="ADAL" clId="{3FDD288A-EE88-4594-8152-A9C7B25C83D8}" dt="2025-06-04T10:12:16.107" v="741"/>
        <pc:sldMkLst>
          <pc:docMk/>
          <pc:sldMk cId="3776602982" sldId="343"/>
        </pc:sldMkLst>
      </pc:sldChg>
      <pc:sldChg chg="add">
        <pc:chgData name="Elmer Martin (XC-AS/EDP2)" userId="75a78f79-d1d1-4d9a-8948-111248dfeee7" providerId="ADAL" clId="{3FDD288A-EE88-4594-8152-A9C7B25C83D8}" dt="2025-06-04T10:12:16.107" v="741"/>
        <pc:sldMkLst>
          <pc:docMk/>
          <pc:sldMk cId="1443516628" sldId="346"/>
        </pc:sldMkLst>
      </pc:sldChg>
      <pc:sldChg chg="del">
        <pc:chgData name="Elmer Martin (XC-AS/EDP2)" userId="75a78f79-d1d1-4d9a-8948-111248dfeee7" providerId="ADAL" clId="{3FDD288A-EE88-4594-8152-A9C7B25C83D8}" dt="2025-06-04T10:12:12.419" v="740" actId="2696"/>
        <pc:sldMkLst>
          <pc:docMk/>
          <pc:sldMk cId="3361376559" sldId="346"/>
        </pc:sldMkLst>
      </pc:sldChg>
      <pc:sldChg chg="addSp modSp mod">
        <pc:chgData name="Elmer Martin (XC-AS/EDP2)" userId="75a78f79-d1d1-4d9a-8948-111248dfeee7" providerId="ADAL" clId="{3FDD288A-EE88-4594-8152-A9C7B25C83D8}" dt="2025-06-18T11:00:22.706" v="744" actId="20577"/>
        <pc:sldMkLst>
          <pc:docMk/>
          <pc:sldMk cId="1140600216" sldId="355"/>
        </pc:sldMkLst>
        <pc:spChg chg="mod">
          <ac:chgData name="Elmer Martin (XC-AS/EDP2)" userId="75a78f79-d1d1-4d9a-8948-111248dfeee7" providerId="ADAL" clId="{3FDD288A-EE88-4594-8152-A9C7B25C83D8}" dt="2025-06-18T11:00:22.706" v="744" actId="20577"/>
          <ac:spMkLst>
            <pc:docMk/>
            <pc:sldMk cId="1140600216" sldId="355"/>
            <ac:spMk id="5" creationId="{608502DA-7683-70AA-5B04-44E14D3DA1EC}"/>
          </ac:spMkLst>
        </pc:spChg>
        <pc:graphicFrameChg chg="add mod modGraphic">
          <ac:chgData name="Elmer Martin (XC-AS/EDP2)" userId="75a78f79-d1d1-4d9a-8948-111248dfeee7" providerId="ADAL" clId="{3FDD288A-EE88-4594-8152-A9C7B25C83D8}" dt="2025-06-03T08:33:07.177" v="182" actId="255"/>
          <ac:graphicFrameMkLst>
            <pc:docMk/>
            <pc:sldMk cId="1140600216" sldId="355"/>
            <ac:graphicFrameMk id="6" creationId="{B66598C4-051E-57AE-B3E4-FC54D6AC0B48}"/>
          </ac:graphicFrameMkLst>
        </pc:graphicFrameChg>
      </pc:sldChg>
      <pc:sldChg chg="addSp modSp new mod">
        <pc:chgData name="Elmer Martin (XC-AS/EDP2)" userId="75a78f79-d1d1-4d9a-8948-111248dfeee7" providerId="ADAL" clId="{3FDD288A-EE88-4594-8152-A9C7B25C83D8}" dt="2025-06-03T09:01:10.935" v="736" actId="6549"/>
        <pc:sldMkLst>
          <pc:docMk/>
          <pc:sldMk cId="3955615108" sldId="356"/>
        </pc:sldMkLst>
        <pc:spChg chg="mod">
          <ac:chgData name="Elmer Martin (XC-AS/EDP2)" userId="75a78f79-d1d1-4d9a-8948-111248dfeee7" providerId="ADAL" clId="{3FDD288A-EE88-4594-8152-A9C7B25C83D8}" dt="2025-06-03T08:37:13.194" v="267" actId="20577"/>
          <ac:spMkLst>
            <pc:docMk/>
            <pc:sldMk cId="3955615108" sldId="356"/>
            <ac:spMk id="2" creationId="{F80BEDC1-77FC-00C3-F4BE-81DFA918C26F}"/>
          </ac:spMkLst>
        </pc:spChg>
        <pc:spChg chg="mod">
          <ac:chgData name="Elmer Martin (XC-AS/EDP2)" userId="75a78f79-d1d1-4d9a-8948-111248dfeee7" providerId="ADAL" clId="{3FDD288A-EE88-4594-8152-A9C7B25C83D8}" dt="2025-06-03T08:37:08.931" v="255" actId="20577"/>
          <ac:spMkLst>
            <pc:docMk/>
            <pc:sldMk cId="3955615108" sldId="356"/>
            <ac:spMk id="3" creationId="{B63F9AD4-7B17-4FBC-CC2B-D20FB4286A97}"/>
          </ac:spMkLst>
        </pc:spChg>
        <pc:spChg chg="mod">
          <ac:chgData name="Elmer Martin (XC-AS/EDP2)" userId="75a78f79-d1d1-4d9a-8948-111248dfeee7" providerId="ADAL" clId="{3FDD288A-EE88-4594-8152-A9C7B25C83D8}" dt="2025-06-03T09:01:10.935" v="736" actId="6549"/>
          <ac:spMkLst>
            <pc:docMk/>
            <pc:sldMk cId="3955615108" sldId="356"/>
            <ac:spMk id="5" creationId="{B2857D67-3BEC-17F0-599E-609C759CD0F9}"/>
          </ac:spMkLst>
        </pc:spChg>
        <pc:picChg chg="add mod">
          <ac:chgData name="Elmer Martin (XC-AS/EDP2)" userId="75a78f79-d1d1-4d9a-8948-111248dfeee7" providerId="ADAL" clId="{3FDD288A-EE88-4594-8152-A9C7B25C83D8}" dt="2025-06-03T09:01:05.957" v="734" actId="1076"/>
          <ac:picMkLst>
            <pc:docMk/>
            <pc:sldMk cId="3955615108" sldId="356"/>
            <ac:picMk id="7" creationId="{6605A07C-EDFC-C8EF-E610-FE16D93E8FAF}"/>
          </ac:picMkLst>
        </pc:picChg>
      </pc:sldChg>
      <pc:sldChg chg="del">
        <pc:chgData name="Elmer Martin (XC-AS/EDP2)" userId="75a78f79-d1d1-4d9a-8948-111248dfeee7" providerId="ADAL" clId="{3FDD288A-EE88-4594-8152-A9C7B25C83D8}" dt="2025-06-04T10:14:00.673" v="742" actId="2696"/>
        <pc:sldMkLst>
          <pc:docMk/>
          <pc:sldMk cId="494599582" sldId="360"/>
        </pc:sldMkLst>
      </pc:sldChg>
      <pc:sldChg chg="add">
        <pc:chgData name="Elmer Martin (XC-AS/EDP2)" userId="75a78f79-d1d1-4d9a-8948-111248dfeee7" providerId="ADAL" clId="{3FDD288A-EE88-4594-8152-A9C7B25C83D8}" dt="2025-06-04T10:14:04.106" v="743"/>
        <pc:sldMkLst>
          <pc:docMk/>
          <pc:sldMk cId="2586463490" sldId="360"/>
        </pc:sldMkLst>
      </pc:sldChg>
    </pc:docChg>
  </pc:docChgLst>
  <pc:docChgLst>
    <pc:chgData name="Kunz Moritz (XC-AS/EDP2)" userId="2ea979ff-b7a2-4096-8966-4fef54b8d523" providerId="ADAL" clId="{F07B0168-1599-4C71-9C95-ADB42FCF7125}"/>
    <pc:docChg chg="custSel modSld">
      <pc:chgData name="Kunz Moritz (XC-AS/EDP2)" userId="2ea979ff-b7a2-4096-8966-4fef54b8d523" providerId="ADAL" clId="{F07B0168-1599-4C71-9C95-ADB42FCF7125}" dt="2025-06-03T08:34:11.945" v="15" actId="790"/>
      <pc:docMkLst>
        <pc:docMk/>
      </pc:docMkLst>
      <pc:sldChg chg="modSp mod">
        <pc:chgData name="Kunz Moritz (XC-AS/EDP2)" userId="2ea979ff-b7a2-4096-8966-4fef54b8d523" providerId="ADAL" clId="{F07B0168-1599-4C71-9C95-ADB42FCF7125}" dt="2025-06-03T08:21:15.957" v="0" actId="33524"/>
        <pc:sldMkLst>
          <pc:docMk/>
          <pc:sldMk cId="325457456" sldId="258"/>
        </pc:sldMkLst>
        <pc:spChg chg="mod">
          <ac:chgData name="Kunz Moritz (XC-AS/EDP2)" userId="2ea979ff-b7a2-4096-8966-4fef54b8d523" providerId="ADAL" clId="{F07B0168-1599-4C71-9C95-ADB42FCF7125}" dt="2025-06-03T08:21:15.957" v="0" actId="33524"/>
          <ac:spMkLst>
            <pc:docMk/>
            <pc:sldMk cId="325457456" sldId="258"/>
            <ac:spMk id="4" creationId="{310B1837-860B-8379-F055-386788270330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34:11.945" v="15" actId="790"/>
        <pc:sldMkLst>
          <pc:docMk/>
          <pc:sldMk cId="3244492518" sldId="265"/>
        </pc:sldMkLst>
        <pc:spChg chg="mod">
          <ac:chgData name="Kunz Moritz (XC-AS/EDP2)" userId="2ea979ff-b7a2-4096-8966-4fef54b8d523" providerId="ADAL" clId="{F07B0168-1599-4C71-9C95-ADB42FCF7125}" dt="2025-06-03T08:34:11.945" v="15" actId="790"/>
          <ac:spMkLst>
            <pc:docMk/>
            <pc:sldMk cId="3244492518" sldId="265"/>
            <ac:spMk id="9" creationId="{202386FC-409B-25C0-0A56-E23FBCE65B0F}"/>
          </ac:spMkLst>
        </pc:spChg>
        <pc:spChg chg="mod">
          <ac:chgData name="Kunz Moritz (XC-AS/EDP2)" userId="2ea979ff-b7a2-4096-8966-4fef54b8d523" providerId="ADAL" clId="{F07B0168-1599-4C71-9C95-ADB42FCF7125}" dt="2025-06-03T08:22:32.941" v="3" actId="20577"/>
          <ac:spMkLst>
            <pc:docMk/>
            <pc:sldMk cId="3244492518" sldId="265"/>
            <ac:spMk id="10" creationId="{6400BBDF-71C5-D104-399C-8F940E547479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23:13.619" v="4" actId="790"/>
        <pc:sldMkLst>
          <pc:docMk/>
          <pc:sldMk cId="2072145455" sldId="267"/>
        </pc:sldMkLst>
        <pc:spChg chg="mod">
          <ac:chgData name="Kunz Moritz (XC-AS/EDP2)" userId="2ea979ff-b7a2-4096-8966-4fef54b8d523" providerId="ADAL" clId="{F07B0168-1599-4C71-9C95-ADB42FCF7125}" dt="2025-06-03T08:23:13.619" v="4" actId="790"/>
          <ac:spMkLst>
            <pc:docMk/>
            <pc:sldMk cId="2072145455" sldId="267"/>
            <ac:spMk id="4" creationId="{E8FF31EE-F49A-C4D1-D1F7-525C8E9DE8F7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25:09.741" v="5" actId="790"/>
        <pc:sldMkLst>
          <pc:docMk/>
          <pc:sldMk cId="1910486792" sldId="268"/>
        </pc:sldMkLst>
        <pc:spChg chg="mod">
          <ac:chgData name="Kunz Moritz (XC-AS/EDP2)" userId="2ea979ff-b7a2-4096-8966-4fef54b8d523" providerId="ADAL" clId="{F07B0168-1599-4C71-9C95-ADB42FCF7125}" dt="2025-06-03T08:25:09.741" v="5" actId="790"/>
          <ac:spMkLst>
            <pc:docMk/>
            <pc:sldMk cId="1910486792" sldId="268"/>
            <ac:spMk id="4" creationId="{994EFA7A-1A36-1709-6502-ECFF75BA48E8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27:21.248" v="11" actId="790"/>
        <pc:sldMkLst>
          <pc:docMk/>
          <pc:sldMk cId="849038993" sldId="269"/>
        </pc:sldMkLst>
        <pc:spChg chg="mod">
          <ac:chgData name="Kunz Moritz (XC-AS/EDP2)" userId="2ea979ff-b7a2-4096-8966-4fef54b8d523" providerId="ADAL" clId="{F07B0168-1599-4C71-9C95-ADB42FCF7125}" dt="2025-06-03T08:27:21.248" v="11" actId="790"/>
          <ac:spMkLst>
            <pc:docMk/>
            <pc:sldMk cId="849038993" sldId="269"/>
            <ac:spMk id="4" creationId="{F9244868-8DD4-2528-08A7-F201E7B0ED76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33:44.898" v="14" actId="790"/>
        <pc:sldMkLst>
          <pc:docMk/>
          <pc:sldMk cId="1452803556" sldId="347"/>
        </pc:sldMkLst>
        <pc:spChg chg="mod">
          <ac:chgData name="Kunz Moritz (XC-AS/EDP2)" userId="2ea979ff-b7a2-4096-8966-4fef54b8d523" providerId="ADAL" clId="{F07B0168-1599-4C71-9C95-ADB42FCF7125}" dt="2025-06-03T08:33:44.898" v="14" actId="790"/>
          <ac:spMkLst>
            <pc:docMk/>
            <pc:sldMk cId="1452803556" sldId="347"/>
            <ac:spMk id="5" creationId="{93D1E25E-1396-7253-3DE4-488F599291EB}"/>
          </ac:spMkLst>
        </pc:spChg>
      </pc:sldChg>
      <pc:sldChg chg="modSp mod">
        <pc:chgData name="Kunz Moritz (XC-AS/EDP2)" userId="2ea979ff-b7a2-4096-8966-4fef54b8d523" providerId="ADAL" clId="{F07B0168-1599-4C71-9C95-ADB42FCF7125}" dt="2025-06-03T08:33:05.458" v="13" actId="790"/>
        <pc:sldMkLst>
          <pc:docMk/>
          <pc:sldMk cId="145308253" sldId="349"/>
        </pc:sldMkLst>
        <pc:spChg chg="mod">
          <ac:chgData name="Kunz Moritz (XC-AS/EDP2)" userId="2ea979ff-b7a2-4096-8966-4fef54b8d523" providerId="ADAL" clId="{F07B0168-1599-4C71-9C95-ADB42FCF7125}" dt="2025-06-03T08:32:27.521" v="12" actId="790"/>
          <ac:spMkLst>
            <pc:docMk/>
            <pc:sldMk cId="145308253" sldId="349"/>
            <ac:spMk id="2" creationId="{32D48A72-2D38-E39D-18DD-634BABB67954}"/>
          </ac:spMkLst>
        </pc:spChg>
        <pc:spChg chg="mod">
          <ac:chgData name="Kunz Moritz (XC-AS/EDP2)" userId="2ea979ff-b7a2-4096-8966-4fef54b8d523" providerId="ADAL" clId="{F07B0168-1599-4C71-9C95-ADB42FCF7125}" dt="2025-06-03T08:33:05.458" v="13" actId="790"/>
          <ac:spMkLst>
            <pc:docMk/>
            <pc:sldMk cId="145308253" sldId="349"/>
            <ac:spMk id="5" creationId="{D343A7A6-385C-8396-921D-27FBE052A0D0}"/>
          </ac:spMkLst>
        </pc:spChg>
      </pc:sldChg>
    </pc:docChg>
  </pc:docChgLst>
  <pc:docChgLst>
    <pc:chgData name="Pham Duc Duy (XC-AS/EDP2 XC-AS/ECB1)" userId="4013ad15-27c9-46a9-95c0-b3fcd894e67a" providerId="ADAL" clId="{287876FC-127F-483A-8669-CC16BB8C66DB}"/>
    <pc:docChg chg="undo custSel addSld modSld">
      <pc:chgData name="Pham Duc Duy (XC-AS/EDP2 XC-AS/ECB1)" userId="4013ad15-27c9-46a9-95c0-b3fcd894e67a" providerId="ADAL" clId="{287876FC-127F-483A-8669-CC16BB8C66DB}" dt="2025-06-18T06:53:41.958" v="2060" actId="20577"/>
      <pc:docMkLst>
        <pc:docMk/>
      </pc:docMkLst>
      <pc:sldChg chg="modSp modAnim">
        <pc:chgData name="Pham Duc Duy (XC-AS/EDP2 XC-AS/ECB1)" userId="4013ad15-27c9-46a9-95c0-b3fcd894e67a" providerId="ADAL" clId="{287876FC-127F-483A-8669-CC16BB8C66DB}" dt="2025-06-04T08:12:41.214" v="84" actId="20577"/>
        <pc:sldMkLst>
          <pc:docMk/>
          <pc:sldMk cId="2864997213" sldId="326"/>
        </pc:sldMkLst>
        <pc:spChg chg="mod">
          <ac:chgData name="Pham Duc Duy (XC-AS/EDP2 XC-AS/ECB1)" userId="4013ad15-27c9-46a9-95c0-b3fcd894e67a" providerId="ADAL" clId="{287876FC-127F-483A-8669-CC16BB8C66DB}" dt="2025-06-04T08:12:41.214" v="84" actId="20577"/>
          <ac:spMkLst>
            <pc:docMk/>
            <pc:sldMk cId="2864997213" sldId="326"/>
            <ac:spMk id="5" creationId="{00000000-0000-0000-0000-000000000000}"/>
          </ac:spMkLst>
        </pc:spChg>
      </pc:sldChg>
      <pc:sldChg chg="modSp add mod modAnim">
        <pc:chgData name="Pham Duc Duy (XC-AS/EDP2 XC-AS/ECB1)" userId="4013ad15-27c9-46a9-95c0-b3fcd894e67a" providerId="ADAL" clId="{287876FC-127F-483A-8669-CC16BB8C66DB}" dt="2025-06-04T08:37:16.151" v="1015" actId="20577"/>
        <pc:sldMkLst>
          <pc:docMk/>
          <pc:sldMk cId="2539288182" sldId="357"/>
        </pc:sldMkLst>
        <pc:spChg chg="mod">
          <ac:chgData name="Pham Duc Duy (XC-AS/EDP2 XC-AS/ECB1)" userId="4013ad15-27c9-46a9-95c0-b3fcd894e67a" providerId="ADAL" clId="{287876FC-127F-483A-8669-CC16BB8C66DB}" dt="2025-06-03T12:53:27.226" v="21" actId="20577"/>
          <ac:spMkLst>
            <pc:docMk/>
            <pc:sldMk cId="2539288182" sldId="357"/>
            <ac:spMk id="3" creationId="{85031F78-77E5-5E2D-6E6D-41C757EDE989}"/>
          </ac:spMkLst>
        </pc:spChg>
        <pc:spChg chg="mod">
          <ac:chgData name="Pham Duc Duy (XC-AS/EDP2 XC-AS/ECB1)" userId="4013ad15-27c9-46a9-95c0-b3fcd894e67a" providerId="ADAL" clId="{287876FC-127F-483A-8669-CC16BB8C66DB}" dt="2025-06-04T08:37:16.151" v="1015" actId="20577"/>
          <ac:spMkLst>
            <pc:docMk/>
            <pc:sldMk cId="2539288182" sldId="357"/>
            <ac:spMk id="5" creationId="{15A4B6BC-881D-603C-9E9C-B61BEEAC9E64}"/>
          </ac:spMkLst>
        </pc:spChg>
      </pc:sldChg>
      <pc:sldChg chg="addSp modSp add mod modAnim">
        <pc:chgData name="Pham Duc Duy (XC-AS/EDP2 XC-AS/ECB1)" userId="4013ad15-27c9-46a9-95c0-b3fcd894e67a" providerId="ADAL" clId="{287876FC-127F-483A-8669-CC16BB8C66DB}" dt="2025-06-18T06:53:41.958" v="2060" actId="20577"/>
        <pc:sldMkLst>
          <pc:docMk/>
          <pc:sldMk cId="415076512" sldId="387"/>
        </pc:sldMkLst>
        <pc:spChg chg="mod">
          <ac:chgData name="Pham Duc Duy (XC-AS/EDP2 XC-AS/ECB1)" userId="4013ad15-27c9-46a9-95c0-b3fcd894e67a" providerId="ADAL" clId="{287876FC-127F-483A-8669-CC16BB8C66DB}" dt="2025-06-18T06:07:23.080" v="1853" actId="20577"/>
          <ac:spMkLst>
            <pc:docMk/>
            <pc:sldMk cId="415076512" sldId="387"/>
            <ac:spMk id="2" creationId="{8635F9A7-5DCE-6464-FB68-4F3778EAB90A}"/>
          </ac:spMkLst>
        </pc:spChg>
        <pc:spChg chg="mod">
          <ac:chgData name="Pham Duc Duy (XC-AS/EDP2 XC-AS/ECB1)" userId="4013ad15-27c9-46a9-95c0-b3fcd894e67a" providerId="ADAL" clId="{287876FC-127F-483A-8669-CC16BB8C66DB}" dt="2025-06-18T06:07:15.006" v="1852" actId="20577"/>
          <ac:spMkLst>
            <pc:docMk/>
            <pc:sldMk cId="415076512" sldId="387"/>
            <ac:spMk id="3" creationId="{85031F78-77E5-5E2D-6E6D-41C757EDE989}"/>
          </ac:spMkLst>
        </pc:spChg>
        <pc:spChg chg="mod">
          <ac:chgData name="Pham Duc Duy (XC-AS/EDP2 XC-AS/ECB1)" userId="4013ad15-27c9-46a9-95c0-b3fcd894e67a" providerId="ADAL" clId="{287876FC-127F-483A-8669-CC16BB8C66DB}" dt="2025-06-17T14:06:57.459" v="1282" actId="21"/>
          <ac:spMkLst>
            <pc:docMk/>
            <pc:sldMk cId="415076512" sldId="387"/>
            <ac:spMk id="5" creationId="{15A4B6BC-881D-603C-9E9C-B61BEEAC9E64}"/>
          </ac:spMkLst>
        </pc:spChg>
        <pc:graphicFrameChg chg="add mod modGraphic">
          <ac:chgData name="Pham Duc Duy (XC-AS/EDP2 XC-AS/ECB1)" userId="4013ad15-27c9-46a9-95c0-b3fcd894e67a" providerId="ADAL" clId="{287876FC-127F-483A-8669-CC16BB8C66DB}" dt="2025-06-18T06:53:41.958" v="2060" actId="20577"/>
          <ac:graphicFrameMkLst>
            <pc:docMk/>
            <pc:sldMk cId="415076512" sldId="387"/>
            <ac:graphicFrameMk id="6" creationId="{1123D571-8848-7DD7-F239-D351F236BA14}"/>
          </ac:graphicFrameMkLst>
        </pc:graphicFrameChg>
      </pc:sldChg>
    </pc:docChg>
  </pc:docChgLst>
  <pc:docChgLst>
    <pc:chgData name="Schrader Sophie (XC-DX/ESP2 XC-DX/ECB1)" userId="S::ssc5hi@bosch.com::6f4ce1ed-facf-4ad0-865d-953d0941cca8" providerId="AD" clId="Web-{BDF0B5EC-4251-4DCC-BAD4-7F23216BC0B4}"/>
    <pc:docChg chg="addSld delSld">
      <pc:chgData name="Schrader Sophie (XC-DX/ESP2 XC-DX/ECB1)" userId="S::ssc5hi@bosch.com::6f4ce1ed-facf-4ad0-865d-953d0941cca8" providerId="AD" clId="Web-{BDF0B5EC-4251-4DCC-BAD4-7F23216BC0B4}" dt="2023-09-19T12:25:47.448" v="13"/>
      <pc:docMkLst>
        <pc:docMk/>
      </pc:docMkLst>
      <pc:sldChg chg="del">
        <pc:chgData name="Schrader Sophie (XC-DX/ESP2 XC-DX/ECB1)" userId="S::ssc5hi@bosch.com::6f4ce1ed-facf-4ad0-865d-953d0941cca8" providerId="AD" clId="Web-{BDF0B5EC-4251-4DCC-BAD4-7F23216BC0B4}" dt="2023-09-19T12:23:49.583" v="6"/>
        <pc:sldMkLst>
          <pc:docMk/>
          <pc:sldMk cId="258020612" sldId="312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3:59.489" v="7"/>
        <pc:sldMkLst>
          <pc:docMk/>
          <pc:sldMk cId="3695917515" sldId="313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4:17.427" v="11"/>
        <pc:sldMkLst>
          <pc:docMk/>
          <pc:sldMk cId="3530391137" sldId="314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4:17.427" v="10"/>
        <pc:sldMkLst>
          <pc:docMk/>
          <pc:sldMk cId="2537772359" sldId="315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4:17.427" v="9"/>
        <pc:sldMkLst>
          <pc:docMk/>
          <pc:sldMk cId="998361351" sldId="316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4:17.411" v="8"/>
        <pc:sldMkLst>
          <pc:docMk/>
          <pc:sldMk cId="432199624" sldId="317"/>
        </pc:sldMkLst>
      </pc:sldChg>
      <pc:sldChg chg="del">
        <pc:chgData name="Schrader Sophie (XC-DX/ESP2 XC-DX/ECB1)" userId="S::ssc5hi@bosch.com::6f4ce1ed-facf-4ad0-865d-953d0941cca8" providerId="AD" clId="Web-{BDF0B5EC-4251-4DCC-BAD4-7F23216BC0B4}" dt="2023-09-19T12:25:47.448" v="13"/>
        <pc:sldMkLst>
          <pc:docMk/>
          <pc:sldMk cId="3616423502" sldId="325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3.925" v="0"/>
        <pc:sldMkLst>
          <pc:docMk/>
          <pc:sldMk cId="1725865528" sldId="336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4.176" v="1"/>
        <pc:sldMkLst>
          <pc:docMk/>
          <pc:sldMk cId="194216063" sldId="337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4.316" v="2"/>
        <pc:sldMkLst>
          <pc:docMk/>
          <pc:sldMk cId="458637160" sldId="338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4.566" v="3"/>
        <pc:sldMkLst>
          <pc:docMk/>
          <pc:sldMk cId="822909952" sldId="339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4.879" v="4"/>
        <pc:sldMkLst>
          <pc:docMk/>
          <pc:sldMk cId="884879275" sldId="340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3:15.160" v="5"/>
        <pc:sldMkLst>
          <pc:docMk/>
          <pc:sldMk cId="3268754794" sldId="341"/>
        </pc:sldMkLst>
      </pc:sldChg>
      <pc:sldChg chg="add">
        <pc:chgData name="Schrader Sophie (XC-DX/ESP2 XC-DX/ECB1)" userId="S::ssc5hi@bosch.com::6f4ce1ed-facf-4ad0-865d-953d0941cca8" providerId="AD" clId="Web-{BDF0B5EC-4251-4DCC-BAD4-7F23216BC0B4}" dt="2023-09-19T12:25:40.413" v="12"/>
        <pc:sldMkLst>
          <pc:docMk/>
          <pc:sldMk cId="3749632693" sldId="342"/>
        </pc:sldMkLst>
      </pc:sldChg>
    </pc:docChg>
  </pc:docChgLst>
  <pc:docChgLst>
    <pc:chgData name="Elmer Martin (XC-AS/EDP2)" userId="S::eml3fe@bosch.com::75a78f79-d1d1-4d9a-8948-111248dfeee7" providerId="AD" clId="Web-{BD3C961E-4274-405D-BF97-7278BEA31DA4}"/>
    <pc:docChg chg="modSld">
      <pc:chgData name="Elmer Martin (XC-AS/EDP2)" userId="S::eml3fe@bosch.com::75a78f79-d1d1-4d9a-8948-111248dfeee7" providerId="AD" clId="Web-{BD3C961E-4274-405D-BF97-7278BEA31DA4}" dt="2025-06-03T11:28:18.081" v="31" actId="1076"/>
      <pc:docMkLst>
        <pc:docMk/>
      </pc:docMkLst>
      <pc:sldChg chg="addSp delSp modSp">
        <pc:chgData name="Elmer Martin (XC-AS/EDP2)" userId="S::eml3fe@bosch.com::75a78f79-d1d1-4d9a-8948-111248dfeee7" providerId="AD" clId="Web-{BD3C961E-4274-405D-BF97-7278BEA31DA4}" dt="2025-06-03T11:28:18.081" v="31" actId="1076"/>
        <pc:sldMkLst>
          <pc:docMk/>
          <pc:sldMk cId="3695584105" sldId="334"/>
        </pc:sldMkLst>
        <pc:spChg chg="mod">
          <ac:chgData name="Elmer Martin (XC-AS/EDP2)" userId="S::eml3fe@bosch.com::75a78f79-d1d1-4d9a-8948-111248dfeee7" providerId="AD" clId="Web-{BD3C961E-4274-405D-BF97-7278BEA31DA4}" dt="2025-06-03T11:28:17.987" v="23" actId="1076"/>
          <ac:spMkLst>
            <pc:docMk/>
            <pc:sldMk cId="3695584105" sldId="334"/>
            <ac:spMk id="2" creationId="{9B077FDE-9132-D4CF-6750-BDC14F9A95F7}"/>
          </ac:spMkLst>
        </pc:spChg>
        <pc:spChg chg="mod">
          <ac:chgData name="Elmer Martin (XC-AS/EDP2)" userId="S::eml3fe@bosch.com::75a78f79-d1d1-4d9a-8948-111248dfeee7" providerId="AD" clId="Web-{BD3C961E-4274-405D-BF97-7278BEA31DA4}" dt="2025-06-03T11:28:18.050" v="28" actId="1076"/>
          <ac:spMkLst>
            <pc:docMk/>
            <pc:sldMk cId="3695584105" sldId="334"/>
            <ac:spMk id="5" creationId="{C6E23B16-DC61-A5D5-0B2D-EB1D72F5B534}"/>
          </ac:spMkLst>
        </pc:spChg>
        <pc:spChg chg="add del mod">
          <ac:chgData name="Elmer Martin (XC-AS/EDP2)" userId="S::eml3fe@bosch.com::75a78f79-d1d1-4d9a-8948-111248dfeee7" providerId="AD" clId="Web-{BD3C961E-4274-405D-BF97-7278BEA31DA4}" dt="2025-06-03T11:26:21.979" v="11"/>
          <ac:spMkLst>
            <pc:docMk/>
            <pc:sldMk cId="3695584105" sldId="334"/>
            <ac:spMk id="6" creationId="{66B5BD10-7186-C80F-003F-1AA6600685E8}"/>
          </ac:spMkLst>
        </pc:spChg>
        <pc:spChg chg="mod">
          <ac:chgData name="Elmer Martin (XC-AS/EDP2)" userId="S::eml3fe@bosch.com::75a78f79-d1d1-4d9a-8948-111248dfeee7" providerId="AD" clId="Web-{BD3C961E-4274-405D-BF97-7278BEA31DA4}" dt="2025-06-03T11:28:17.972" v="22" actId="1076"/>
          <ac:spMkLst>
            <pc:docMk/>
            <pc:sldMk cId="3695584105" sldId="334"/>
            <ac:spMk id="9" creationId="{71BE7635-30DE-837F-61A2-7EAD394DA0EB}"/>
          </ac:spMkLst>
        </pc:spChg>
        <pc:spChg chg="mod">
          <ac:chgData name="Elmer Martin (XC-AS/EDP2)" userId="S::eml3fe@bosch.com::75a78f79-d1d1-4d9a-8948-111248dfeee7" providerId="AD" clId="Web-{BD3C961E-4274-405D-BF97-7278BEA31DA4}" dt="2025-06-03T11:28:17.956" v="21" actId="1076"/>
          <ac:spMkLst>
            <pc:docMk/>
            <pc:sldMk cId="3695584105" sldId="334"/>
            <ac:spMk id="10" creationId="{9B89028A-CBA7-4A6E-3D38-98C932D07B23}"/>
          </ac:spMkLst>
        </pc:spChg>
        <pc:spChg chg="mod">
          <ac:chgData name="Elmer Martin (XC-AS/EDP2)" userId="S::eml3fe@bosch.com::75a78f79-d1d1-4d9a-8948-111248dfeee7" providerId="AD" clId="Web-{BD3C961E-4274-405D-BF97-7278BEA31DA4}" dt="2025-06-03T11:28:17.956" v="20" actId="1076"/>
          <ac:spMkLst>
            <pc:docMk/>
            <pc:sldMk cId="3695584105" sldId="334"/>
            <ac:spMk id="11" creationId="{94A44D11-571B-14E0-03C2-0EB7F6C28BF0}"/>
          </ac:spMkLst>
        </pc:spChg>
        <pc:spChg chg="add mod">
          <ac:chgData name="Elmer Martin (XC-AS/EDP2)" userId="S::eml3fe@bosch.com::75a78f79-d1d1-4d9a-8948-111248dfeee7" providerId="AD" clId="Web-{BD3C961E-4274-405D-BF97-7278BEA31DA4}" dt="2025-06-03T11:28:18.065" v="30" actId="1076"/>
          <ac:spMkLst>
            <pc:docMk/>
            <pc:sldMk cId="3695584105" sldId="334"/>
            <ac:spMk id="12" creationId="{E38AB658-7CCC-4FB0-A271-8030784EFE36}"/>
          </ac:spMkLst>
        </pc:spChg>
        <pc:spChg chg="mod">
          <ac:chgData name="Elmer Martin (XC-AS/EDP2)" userId="S::eml3fe@bosch.com::75a78f79-d1d1-4d9a-8948-111248dfeee7" providerId="AD" clId="Web-{BD3C961E-4274-405D-BF97-7278BEA31DA4}" dt="2025-06-03T11:28:17.940" v="19" actId="1076"/>
          <ac:spMkLst>
            <pc:docMk/>
            <pc:sldMk cId="3695584105" sldId="334"/>
            <ac:spMk id="13" creationId="{AA9B0FF0-20CF-EE1A-DD05-A06AFD1B702C}"/>
          </ac:spMkLst>
        </pc:spChg>
        <pc:picChg chg="mod">
          <ac:chgData name="Elmer Martin (XC-AS/EDP2)" userId="S::eml3fe@bosch.com::75a78f79-d1d1-4d9a-8948-111248dfeee7" providerId="AD" clId="Web-{BD3C961E-4274-405D-BF97-7278BEA31DA4}" dt="2025-06-03T11:28:18.065" v="29" actId="1076"/>
          <ac:picMkLst>
            <pc:docMk/>
            <pc:sldMk cId="3695584105" sldId="334"/>
            <ac:picMk id="7" creationId="{E393A0DF-42F3-12A9-96E1-F046FC4FD39C}"/>
          </ac:picMkLst>
        </pc:picChg>
        <pc:picChg chg="add mod">
          <ac:chgData name="Elmer Martin (XC-AS/EDP2)" userId="S::eml3fe@bosch.com::75a78f79-d1d1-4d9a-8948-111248dfeee7" providerId="AD" clId="Web-{BD3C961E-4274-405D-BF97-7278BEA31DA4}" dt="2025-06-03T11:28:18.081" v="31" actId="1076"/>
          <ac:picMkLst>
            <pc:docMk/>
            <pc:sldMk cId="3695584105" sldId="334"/>
            <ac:picMk id="14" creationId="{4C919093-AA30-BE87-84D0-BA0D61DD118A}"/>
          </ac:picMkLst>
        </pc:picChg>
        <pc:picChg chg="mod">
          <ac:chgData name="Elmer Martin (XC-AS/EDP2)" userId="S::eml3fe@bosch.com::75a78f79-d1d1-4d9a-8948-111248dfeee7" providerId="AD" clId="Web-{BD3C961E-4274-405D-BF97-7278BEA31DA4}" dt="2025-06-03T11:28:18.003" v="24" actId="1076"/>
          <ac:picMkLst>
            <pc:docMk/>
            <pc:sldMk cId="3695584105" sldId="334"/>
            <ac:picMk id="17" creationId="{8EBC7B63-833D-6F27-DA62-D51AC05DB516}"/>
          </ac:picMkLst>
        </pc:picChg>
        <pc:picChg chg="mod">
          <ac:chgData name="Elmer Martin (XC-AS/EDP2)" userId="S::eml3fe@bosch.com::75a78f79-d1d1-4d9a-8948-111248dfeee7" providerId="AD" clId="Web-{BD3C961E-4274-405D-BF97-7278BEA31DA4}" dt="2025-06-03T11:28:18.019" v="25" actId="1076"/>
          <ac:picMkLst>
            <pc:docMk/>
            <pc:sldMk cId="3695584105" sldId="334"/>
            <ac:picMk id="18" creationId="{F9C84138-4842-4362-5431-C86115F3C1F2}"/>
          </ac:picMkLst>
        </pc:picChg>
        <pc:picChg chg="mod">
          <ac:chgData name="Elmer Martin (XC-AS/EDP2)" userId="S::eml3fe@bosch.com::75a78f79-d1d1-4d9a-8948-111248dfeee7" providerId="AD" clId="Web-{BD3C961E-4274-405D-BF97-7278BEA31DA4}" dt="2025-06-03T11:28:18.034" v="26" actId="1076"/>
          <ac:picMkLst>
            <pc:docMk/>
            <pc:sldMk cId="3695584105" sldId="334"/>
            <ac:picMk id="19" creationId="{2BCD5D84-080C-A20C-64AF-07710A7E504B}"/>
          </ac:picMkLst>
        </pc:picChg>
        <pc:picChg chg="mod">
          <ac:chgData name="Elmer Martin (XC-AS/EDP2)" userId="S::eml3fe@bosch.com::75a78f79-d1d1-4d9a-8948-111248dfeee7" providerId="AD" clId="Web-{BD3C961E-4274-405D-BF97-7278BEA31DA4}" dt="2025-06-03T11:28:18.034" v="27" actId="1076"/>
          <ac:picMkLst>
            <pc:docMk/>
            <pc:sldMk cId="3695584105" sldId="334"/>
            <ac:picMk id="20" creationId="{FAEA7857-BCBE-4527-9881-B8E53A3C19F0}"/>
          </ac:picMkLst>
        </pc:picChg>
      </pc:sldChg>
      <pc:sldChg chg="mod modShow">
        <pc:chgData name="Elmer Martin (XC-AS/EDP2)" userId="S::eml3fe@bosch.com::75a78f79-d1d1-4d9a-8948-111248dfeee7" providerId="AD" clId="Web-{BD3C961E-4274-405D-BF97-7278BEA31DA4}" dt="2025-06-03T11:18:10.960" v="7"/>
        <pc:sldMkLst>
          <pc:docMk/>
          <pc:sldMk cId="3749632693" sldId="342"/>
        </pc:sldMkLst>
      </pc:sldChg>
      <pc:sldChg chg="mod modShow">
        <pc:chgData name="Elmer Martin (XC-AS/EDP2)" userId="S::eml3fe@bosch.com::75a78f79-d1d1-4d9a-8948-111248dfeee7" providerId="AD" clId="Web-{BD3C961E-4274-405D-BF97-7278BEA31DA4}" dt="2025-06-03T11:19:02.573" v="8"/>
        <pc:sldMkLst>
          <pc:docMk/>
          <pc:sldMk cId="1452803556" sldId="347"/>
        </pc:sldMkLst>
      </pc:sldChg>
    </pc:docChg>
  </pc:docChgLst>
  <pc:docChgLst>
    <pc:chgData name="Schrader Sophie (XC-DX/ESP2 XC-DX/ECB1)" userId="S::ssc5hi@bosch.com::6f4ce1ed-facf-4ad0-865d-953d0941cca8" providerId="AD" clId="Web-{3808BBB8-906E-4A43-B48A-76107EC2883F}"/>
    <pc:docChg chg="modSld">
      <pc:chgData name="Schrader Sophie (XC-DX/ESP2 XC-DX/ECB1)" userId="S::ssc5hi@bosch.com::6f4ce1ed-facf-4ad0-865d-953d0941cca8" providerId="AD" clId="Web-{3808BBB8-906E-4A43-B48A-76107EC2883F}" dt="2023-09-19T14:05:26.186" v="5"/>
      <pc:docMkLst>
        <pc:docMk/>
      </pc:docMkLst>
      <pc:sldChg chg="modSp">
        <pc:chgData name="Schrader Sophie (XC-DX/ESP2 XC-DX/ECB1)" userId="S::ssc5hi@bosch.com::6f4ce1ed-facf-4ad0-865d-953d0941cca8" providerId="AD" clId="Web-{3808BBB8-906E-4A43-B48A-76107EC2883F}" dt="2023-09-19T14:04:38.872" v="0" actId="1076"/>
        <pc:sldMkLst>
          <pc:docMk/>
          <pc:sldMk cId="884879275" sldId="340"/>
        </pc:sldMkLst>
        <pc:spChg chg="mod">
          <ac:chgData name="Schrader Sophie (XC-DX/ESP2 XC-DX/ECB1)" userId="S::ssc5hi@bosch.com::6f4ce1ed-facf-4ad0-865d-953d0941cca8" providerId="AD" clId="Web-{3808BBB8-906E-4A43-B48A-76107EC2883F}" dt="2023-09-19T14:04:38.872" v="0" actId="1076"/>
          <ac:spMkLst>
            <pc:docMk/>
            <pc:sldMk cId="884879275" sldId="340"/>
            <ac:spMk id="19" creationId="{89778262-5832-CEF8-A100-597FEF537ACF}"/>
          </ac:spMkLst>
        </pc:spChg>
      </pc:sldChg>
      <pc:sldChg chg="modSp">
        <pc:chgData name="Schrader Sophie (XC-DX/ESP2 XC-DX/ECB1)" userId="S::ssc5hi@bosch.com::6f4ce1ed-facf-4ad0-865d-953d0941cca8" providerId="AD" clId="Web-{3808BBB8-906E-4A43-B48A-76107EC2883F}" dt="2023-09-19T14:05:26.186" v="5"/>
        <pc:sldMkLst>
          <pc:docMk/>
          <pc:sldMk cId="3268754794" sldId="341"/>
        </pc:sldMkLst>
        <pc:cxnChg chg="mod">
          <ac:chgData name="Schrader Sophie (XC-DX/ESP2 XC-DX/ECB1)" userId="S::ssc5hi@bosch.com::6f4ce1ed-facf-4ad0-865d-953d0941cca8" providerId="AD" clId="Web-{3808BBB8-906E-4A43-B48A-76107EC2883F}" dt="2023-09-19T14:05:26.186" v="5"/>
          <ac:cxnSpMkLst>
            <pc:docMk/>
            <pc:sldMk cId="3268754794" sldId="341"/>
            <ac:cxnSpMk id="10" creationId="{336CDD7A-7897-AC4D-C5D3-553957A65A04}"/>
          </ac:cxnSpMkLst>
        </pc:cxnChg>
      </pc:sldChg>
    </pc:docChg>
  </pc:docChgLst>
  <pc:docChgLst>
    <pc:chgData name="Kunz Moritz (XC-AS/EDP2)" userId="S::kum7abt@bosch.com::2ea979ff-b7a2-4096-8966-4fef54b8d523" providerId="AD" clId="Web-{02EE44C2-C93B-374C-B5AA-104ABADEA68D}"/>
    <pc:docChg chg="modSld">
      <pc:chgData name="Kunz Moritz (XC-AS/EDP2)" userId="S::kum7abt@bosch.com::2ea979ff-b7a2-4096-8966-4fef54b8d523" providerId="AD" clId="Web-{02EE44C2-C93B-374C-B5AA-104ABADEA68D}" dt="2025-06-04T07:26:12.647" v="1" actId="20577"/>
      <pc:docMkLst>
        <pc:docMk/>
      </pc:docMkLst>
      <pc:sldChg chg="modSp">
        <pc:chgData name="Kunz Moritz (XC-AS/EDP2)" userId="S::kum7abt@bosch.com::2ea979ff-b7a2-4096-8966-4fef54b8d523" providerId="AD" clId="Web-{02EE44C2-C93B-374C-B5AA-104ABADEA68D}" dt="2025-06-04T07:26:12.647" v="1" actId="20577"/>
        <pc:sldMkLst>
          <pc:docMk/>
          <pc:sldMk cId="3244492518" sldId="265"/>
        </pc:sldMkLst>
        <pc:spChg chg="mod">
          <ac:chgData name="Kunz Moritz (XC-AS/EDP2)" userId="S::kum7abt@bosch.com::2ea979ff-b7a2-4096-8966-4fef54b8d523" providerId="AD" clId="Web-{02EE44C2-C93B-374C-B5AA-104ABADEA68D}" dt="2025-06-04T07:26:12.647" v="1" actId="20577"/>
          <ac:spMkLst>
            <pc:docMk/>
            <pc:sldMk cId="3244492518" sldId="265"/>
            <ac:spMk id="10" creationId="{6400BBDF-71C5-D104-399C-8F940E547479}"/>
          </ac:spMkLst>
        </pc:spChg>
      </pc:sldChg>
    </pc:docChg>
  </pc:docChgLst>
  <pc:docChgLst>
    <pc:chgData name="Kolk Raphael (XC-DX/ESP2)" userId="1eb8a498-266c-478d-97a2-726c2037cca5" providerId="ADAL" clId="{148B4DE0-2893-4D57-AEB5-529CE38FB6D0}"/>
    <pc:docChg chg="undo redo custSel addSld delSld modSld modMainMaster">
      <pc:chgData name="Kolk Raphael (XC-DX/ESP2)" userId="1eb8a498-266c-478d-97a2-726c2037cca5" providerId="ADAL" clId="{148B4DE0-2893-4D57-AEB5-529CE38FB6D0}" dt="2023-09-20T11:07:33.648" v="2749"/>
      <pc:docMkLst>
        <pc:docMk/>
      </pc:docMkLst>
      <pc:sldChg chg="modSp mod">
        <pc:chgData name="Kolk Raphael (XC-DX/ESP2)" userId="1eb8a498-266c-478d-97a2-726c2037cca5" providerId="ADAL" clId="{148B4DE0-2893-4D57-AEB5-529CE38FB6D0}" dt="2023-09-19T13:14:12.692" v="2073" actId="20577"/>
        <pc:sldMkLst>
          <pc:docMk/>
          <pc:sldMk cId="325457456" sldId="258"/>
        </pc:sldMkLst>
        <pc:spChg chg="mod">
          <ac:chgData name="Kolk Raphael (XC-DX/ESP2)" userId="1eb8a498-266c-478d-97a2-726c2037cca5" providerId="ADAL" clId="{148B4DE0-2893-4D57-AEB5-529CE38FB6D0}" dt="2023-09-19T13:14:12.692" v="2073" actId="20577"/>
          <ac:spMkLst>
            <pc:docMk/>
            <pc:sldMk cId="325457456" sldId="258"/>
            <ac:spMk id="4" creationId="{310B1837-860B-8379-F055-386788270330}"/>
          </ac:spMkLst>
        </pc:spChg>
      </pc:sldChg>
      <pc:sldChg chg="del">
        <pc:chgData name="Kolk Raphael (XC-DX/ESP2)" userId="1eb8a498-266c-478d-97a2-726c2037cca5" providerId="ADAL" clId="{148B4DE0-2893-4D57-AEB5-529CE38FB6D0}" dt="2023-09-19T13:33:46.556" v="2083" actId="47"/>
        <pc:sldMkLst>
          <pc:docMk/>
          <pc:sldMk cId="1234945480" sldId="260"/>
        </pc:sldMkLst>
      </pc:sldChg>
      <pc:sldChg chg="modSp mod">
        <pc:chgData name="Kolk Raphael (XC-DX/ESP2)" userId="1eb8a498-266c-478d-97a2-726c2037cca5" providerId="ADAL" clId="{148B4DE0-2893-4D57-AEB5-529CE38FB6D0}" dt="2023-09-19T13:17:54.110" v="2082" actId="20577"/>
        <pc:sldMkLst>
          <pc:docMk/>
          <pc:sldMk cId="2072145455" sldId="267"/>
        </pc:sldMkLst>
        <pc:spChg chg="mod">
          <ac:chgData name="Kolk Raphael (XC-DX/ESP2)" userId="1eb8a498-266c-478d-97a2-726c2037cca5" providerId="ADAL" clId="{148B4DE0-2893-4D57-AEB5-529CE38FB6D0}" dt="2023-09-19T13:17:54.110" v="2082" actId="20577"/>
          <ac:spMkLst>
            <pc:docMk/>
            <pc:sldMk cId="2072145455" sldId="267"/>
            <ac:spMk id="4" creationId="{E8FF31EE-F49A-C4D1-D1F7-525C8E9DE8F7}"/>
          </ac:spMkLst>
        </pc:spChg>
      </pc:sldChg>
      <pc:sldChg chg="del">
        <pc:chgData name="Kolk Raphael (XC-DX/ESP2)" userId="1eb8a498-266c-478d-97a2-726c2037cca5" providerId="ADAL" clId="{148B4DE0-2893-4D57-AEB5-529CE38FB6D0}" dt="2023-09-19T13:46:00.930" v="2112" actId="47"/>
        <pc:sldMkLst>
          <pc:docMk/>
          <pc:sldMk cId="1716455107" sldId="292"/>
        </pc:sldMkLst>
      </pc:sldChg>
      <pc:sldChg chg="addSp delSp modSp add mod addAnim delAnim modAnim">
        <pc:chgData name="Kolk Raphael (XC-DX/ESP2)" userId="1eb8a498-266c-478d-97a2-726c2037cca5" providerId="ADAL" clId="{148B4DE0-2893-4D57-AEB5-529CE38FB6D0}" dt="2023-09-19T12:28:34.591" v="1981"/>
        <pc:sldMkLst>
          <pc:docMk/>
          <pc:sldMk cId="550925399" sldId="293"/>
        </pc:sldMkLst>
        <pc:spChg chg="del">
          <ac:chgData name="Kolk Raphael (XC-DX/ESP2)" userId="1eb8a498-266c-478d-97a2-726c2037cca5" providerId="ADAL" clId="{148B4DE0-2893-4D57-AEB5-529CE38FB6D0}" dt="2023-09-19T12:04:35.056" v="1388" actId="478"/>
          <ac:spMkLst>
            <pc:docMk/>
            <pc:sldMk cId="550925399" sldId="293"/>
            <ac:spMk id="2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2:16:40.669" v="1693" actId="20577"/>
          <ac:spMkLst>
            <pc:docMk/>
            <pc:sldMk cId="550925399" sldId="293"/>
            <ac:spMk id="3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2:02:57.508" v="1336" actId="20577"/>
          <ac:spMkLst>
            <pc:docMk/>
            <pc:sldMk cId="550925399" sldId="293"/>
            <ac:spMk id="5" creationId="{00000000-0000-0000-0000-000000000000}"/>
          </ac:spMkLst>
        </pc:spChg>
        <pc:spChg chg="mod topLvl">
          <ac:chgData name="Kolk Raphael (XC-DX/ESP2)" userId="1eb8a498-266c-478d-97a2-726c2037cca5" providerId="ADAL" clId="{148B4DE0-2893-4D57-AEB5-529CE38FB6D0}" dt="2023-09-19T12:28:18.071" v="1978" actId="165"/>
          <ac:spMkLst>
            <pc:docMk/>
            <pc:sldMk cId="550925399" sldId="293"/>
            <ac:spMk id="7" creationId="{00000000-0000-0000-0000-000000000000}"/>
          </ac:spMkLst>
        </pc:spChg>
        <pc:spChg chg="mod topLvl">
          <ac:chgData name="Kolk Raphael (XC-DX/ESP2)" userId="1eb8a498-266c-478d-97a2-726c2037cca5" providerId="ADAL" clId="{148B4DE0-2893-4D57-AEB5-529CE38FB6D0}" dt="2023-09-19T12:28:18.071" v="1978" actId="165"/>
          <ac:spMkLst>
            <pc:docMk/>
            <pc:sldMk cId="550925399" sldId="293"/>
            <ac:spMk id="8" creationId="{00000000-0000-0000-0000-000000000000}"/>
          </ac:spMkLst>
        </pc:spChg>
        <pc:spChg chg="mod topLvl">
          <ac:chgData name="Kolk Raphael (XC-DX/ESP2)" userId="1eb8a498-266c-478d-97a2-726c2037cca5" providerId="ADAL" clId="{148B4DE0-2893-4D57-AEB5-529CE38FB6D0}" dt="2023-09-19T12:28:18.071" v="1978" actId="165"/>
          <ac:spMkLst>
            <pc:docMk/>
            <pc:sldMk cId="550925399" sldId="293"/>
            <ac:spMk id="9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5:38.314" v="1228" actId="121"/>
          <ac:spMkLst>
            <pc:docMk/>
            <pc:sldMk cId="550925399" sldId="293"/>
            <ac:spMk id="14" creationId="{3871EC4B-249D-75FA-136B-FF0265AFB136}"/>
          </ac:spMkLst>
        </pc:spChg>
        <pc:spChg chg="del mod">
          <ac:chgData name="Kolk Raphael (XC-DX/ESP2)" userId="1eb8a498-266c-478d-97a2-726c2037cca5" providerId="ADAL" clId="{148B4DE0-2893-4D57-AEB5-529CE38FB6D0}" dt="2023-09-19T11:45:05.181" v="1224" actId="478"/>
          <ac:spMkLst>
            <pc:docMk/>
            <pc:sldMk cId="550925399" sldId="293"/>
            <ac:spMk id="15" creationId="{7D98E5FD-0B61-80FF-698C-89AA44EFECFC}"/>
          </ac:spMkLst>
        </pc:spChg>
        <pc:spChg chg="mod">
          <ac:chgData name="Kolk Raphael (XC-DX/ESP2)" userId="1eb8a498-266c-478d-97a2-726c2037cca5" providerId="ADAL" clId="{148B4DE0-2893-4D57-AEB5-529CE38FB6D0}" dt="2023-09-19T11:44:53.729" v="1222"/>
          <ac:spMkLst>
            <pc:docMk/>
            <pc:sldMk cId="550925399" sldId="293"/>
            <ac:spMk id="17" creationId="{B193B91D-791D-4732-9ADE-79EDD3B39A6F}"/>
          </ac:spMkLst>
        </pc:spChg>
        <pc:spChg chg="mod">
          <ac:chgData name="Kolk Raphael (XC-DX/ESP2)" userId="1eb8a498-266c-478d-97a2-726c2037cca5" providerId="ADAL" clId="{148B4DE0-2893-4D57-AEB5-529CE38FB6D0}" dt="2023-09-19T11:44:53.729" v="1222"/>
          <ac:spMkLst>
            <pc:docMk/>
            <pc:sldMk cId="550925399" sldId="293"/>
            <ac:spMk id="18" creationId="{585EC9FC-F20D-2964-CE98-A25F4F2A1615}"/>
          </ac:spMkLst>
        </pc:spChg>
        <pc:spChg chg="mod">
          <ac:chgData name="Kolk Raphael (XC-DX/ESP2)" userId="1eb8a498-266c-478d-97a2-726c2037cca5" providerId="ADAL" clId="{148B4DE0-2893-4D57-AEB5-529CE38FB6D0}" dt="2023-09-19T11:44:53.729" v="1222"/>
          <ac:spMkLst>
            <pc:docMk/>
            <pc:sldMk cId="550925399" sldId="293"/>
            <ac:spMk id="19" creationId="{64F20B4D-71DD-6AC7-44D3-40FA903349B2}"/>
          </ac:spMkLst>
        </pc:spChg>
        <pc:spChg chg="del mod">
          <ac:chgData name="Kolk Raphael (XC-DX/ESP2)" userId="1eb8a498-266c-478d-97a2-726c2037cca5" providerId="ADAL" clId="{148B4DE0-2893-4D57-AEB5-529CE38FB6D0}" dt="2023-09-19T11:45:41.847" v="1229" actId="478"/>
          <ac:spMkLst>
            <pc:docMk/>
            <pc:sldMk cId="550925399" sldId="293"/>
            <ac:spMk id="22" creationId="{6132EBDE-956A-2762-F479-DC35A710AE64}"/>
          </ac:spMkLst>
        </pc:spChg>
        <pc:spChg chg="add del mod">
          <ac:chgData name="Kolk Raphael (XC-DX/ESP2)" userId="1eb8a498-266c-478d-97a2-726c2037cca5" providerId="ADAL" clId="{148B4DE0-2893-4D57-AEB5-529CE38FB6D0}" dt="2023-09-19T11:43:56.789" v="1190" actId="1076"/>
          <ac:spMkLst>
            <pc:docMk/>
            <pc:sldMk cId="550925399" sldId="293"/>
            <ac:spMk id="23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4:16.770" v="1214" actId="1076"/>
          <ac:spMkLst>
            <pc:docMk/>
            <pc:sldMk cId="550925399" sldId="293"/>
            <ac:spMk id="24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3:51.981" v="1189" actId="1076"/>
          <ac:spMkLst>
            <pc:docMk/>
            <pc:sldMk cId="550925399" sldId="293"/>
            <ac:spMk id="2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4:12.970" v="1213" actId="1037"/>
          <ac:spMkLst>
            <pc:docMk/>
            <pc:sldMk cId="550925399" sldId="293"/>
            <ac:spMk id="27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4:03.859" v="1206" actId="1037"/>
          <ac:spMkLst>
            <pc:docMk/>
            <pc:sldMk cId="550925399" sldId="293"/>
            <ac:spMk id="28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4:53.729" v="1222"/>
          <ac:spMkLst>
            <pc:docMk/>
            <pc:sldMk cId="550925399" sldId="293"/>
            <ac:spMk id="30" creationId="{C46AA8B5-EABB-A97D-C7B4-23B4BA51D266}"/>
          </ac:spMkLst>
        </pc:spChg>
        <pc:spChg chg="mod">
          <ac:chgData name="Kolk Raphael (XC-DX/ESP2)" userId="1eb8a498-266c-478d-97a2-726c2037cca5" providerId="ADAL" clId="{148B4DE0-2893-4D57-AEB5-529CE38FB6D0}" dt="2023-09-19T11:44:53.729" v="1222"/>
          <ac:spMkLst>
            <pc:docMk/>
            <pc:sldMk cId="550925399" sldId="293"/>
            <ac:spMk id="33" creationId="{5AB08DF6-0EB5-6810-7908-5A419011EB20}"/>
          </ac:spMkLst>
        </pc:spChg>
        <pc:spChg chg="add mod">
          <ac:chgData name="Kolk Raphael (XC-DX/ESP2)" userId="1eb8a498-266c-478d-97a2-726c2037cca5" providerId="ADAL" clId="{148B4DE0-2893-4D57-AEB5-529CE38FB6D0}" dt="2023-09-19T11:47:07.417" v="1237" actId="164"/>
          <ac:spMkLst>
            <pc:docMk/>
            <pc:sldMk cId="550925399" sldId="293"/>
            <ac:spMk id="34" creationId="{DA1ECE71-025F-AF53-B05C-F5DB40D80896}"/>
          </ac:spMkLst>
        </pc:spChg>
        <pc:spChg chg="mod">
          <ac:chgData name="Kolk Raphael (XC-DX/ESP2)" userId="1eb8a498-266c-478d-97a2-726c2037cca5" providerId="ADAL" clId="{148B4DE0-2893-4D57-AEB5-529CE38FB6D0}" dt="2023-09-19T11:45:34.526" v="1227" actId="121"/>
          <ac:spMkLst>
            <pc:docMk/>
            <pc:sldMk cId="550925399" sldId="293"/>
            <ac:spMk id="3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46:58.972" v="1236" actId="1076"/>
          <ac:spMkLst>
            <pc:docMk/>
            <pc:sldMk cId="550925399" sldId="293"/>
            <ac:spMk id="37" creationId="{00000000-0000-0000-0000-000000000000}"/>
          </ac:spMkLst>
        </pc:spChg>
        <pc:spChg chg="add del mod">
          <ac:chgData name="Kolk Raphael (XC-DX/ESP2)" userId="1eb8a498-266c-478d-97a2-726c2037cca5" providerId="ADAL" clId="{148B4DE0-2893-4D57-AEB5-529CE38FB6D0}" dt="2023-09-19T12:04:37.207" v="1389" actId="478"/>
          <ac:spMkLst>
            <pc:docMk/>
            <pc:sldMk cId="550925399" sldId="293"/>
            <ac:spMk id="41" creationId="{1A392CAE-6164-C868-BDF0-66B0F506A3CD}"/>
          </ac:spMkLst>
        </pc:spChg>
        <pc:spChg chg="del">
          <ac:chgData name="Kolk Raphael (XC-DX/ESP2)" userId="1eb8a498-266c-478d-97a2-726c2037cca5" providerId="ADAL" clId="{148B4DE0-2893-4D57-AEB5-529CE38FB6D0}" dt="2023-09-19T11:44:42.715" v="1220" actId="478"/>
          <ac:spMkLst>
            <pc:docMk/>
            <pc:sldMk cId="550925399" sldId="293"/>
            <ac:spMk id="44" creationId="{00000000-0000-0000-0000-000000000000}"/>
          </ac:spMkLst>
        </pc:spChg>
        <pc:spChg chg="add del mod">
          <ac:chgData name="Kolk Raphael (XC-DX/ESP2)" userId="1eb8a498-266c-478d-97a2-726c2037cca5" providerId="ADAL" clId="{148B4DE0-2893-4D57-AEB5-529CE38FB6D0}" dt="2023-09-19T12:09:21.342" v="1467" actId="478"/>
          <ac:spMkLst>
            <pc:docMk/>
            <pc:sldMk cId="550925399" sldId="293"/>
            <ac:spMk id="51" creationId="{650B301F-B2A3-BC78-4E47-D11A9C4F69FC}"/>
          </ac:spMkLst>
        </pc:spChg>
        <pc:spChg chg="add del mod">
          <ac:chgData name="Kolk Raphael (XC-DX/ESP2)" userId="1eb8a498-266c-478d-97a2-726c2037cca5" providerId="ADAL" clId="{148B4DE0-2893-4D57-AEB5-529CE38FB6D0}" dt="2023-09-19T12:09:24.179" v="1468" actId="478"/>
          <ac:spMkLst>
            <pc:docMk/>
            <pc:sldMk cId="550925399" sldId="293"/>
            <ac:spMk id="54" creationId="{DA4FAC6D-8332-A21C-7393-C00E472657AF}"/>
          </ac:spMkLst>
        </pc:spChg>
        <pc:spChg chg="add mod">
          <ac:chgData name="Kolk Raphael (XC-DX/ESP2)" userId="1eb8a498-266c-478d-97a2-726c2037cca5" providerId="ADAL" clId="{148B4DE0-2893-4D57-AEB5-529CE38FB6D0}" dt="2023-09-19T12:26:53.424" v="1976" actId="20577"/>
          <ac:spMkLst>
            <pc:docMk/>
            <pc:sldMk cId="550925399" sldId="293"/>
            <ac:spMk id="55" creationId="{FE1816FC-E033-2710-49CC-3E6EA0A3B66E}"/>
          </ac:spMkLst>
        </pc:spChg>
        <pc:spChg chg="del">
          <ac:chgData name="Kolk Raphael (XC-DX/ESP2)" userId="1eb8a498-266c-478d-97a2-726c2037cca5" providerId="ADAL" clId="{148B4DE0-2893-4D57-AEB5-529CE38FB6D0}" dt="2023-09-19T11:42:02.042" v="1126" actId="478"/>
          <ac:spMkLst>
            <pc:docMk/>
            <pc:sldMk cId="550925399" sldId="293"/>
            <ac:spMk id="61" creationId="{00000000-0000-0000-0000-000000000000}"/>
          </ac:spMkLst>
        </pc:spChg>
        <pc:spChg chg="del">
          <ac:chgData name="Kolk Raphael (XC-DX/ESP2)" userId="1eb8a498-266c-478d-97a2-726c2037cca5" providerId="ADAL" clId="{148B4DE0-2893-4D57-AEB5-529CE38FB6D0}" dt="2023-09-19T11:44:34.818" v="1218" actId="478"/>
          <ac:spMkLst>
            <pc:docMk/>
            <pc:sldMk cId="550925399" sldId="293"/>
            <ac:spMk id="62" creationId="{00000000-0000-0000-0000-000000000000}"/>
          </ac:spMkLst>
        </pc:spChg>
        <pc:spChg chg="del">
          <ac:chgData name="Kolk Raphael (XC-DX/ESP2)" userId="1eb8a498-266c-478d-97a2-726c2037cca5" providerId="ADAL" clId="{148B4DE0-2893-4D57-AEB5-529CE38FB6D0}" dt="2023-09-19T11:42:04.539" v="1127" actId="478"/>
          <ac:spMkLst>
            <pc:docMk/>
            <pc:sldMk cId="550925399" sldId="293"/>
            <ac:spMk id="64" creationId="{00000000-0000-0000-0000-000000000000}"/>
          </ac:spMkLst>
        </pc:spChg>
        <pc:spChg chg="del">
          <ac:chgData name="Kolk Raphael (XC-DX/ESP2)" userId="1eb8a498-266c-478d-97a2-726c2037cca5" providerId="ADAL" clId="{148B4DE0-2893-4D57-AEB5-529CE38FB6D0}" dt="2023-09-19T11:44:36.746" v="1219" actId="478"/>
          <ac:spMkLst>
            <pc:docMk/>
            <pc:sldMk cId="550925399" sldId="293"/>
            <ac:spMk id="65" creationId="{00000000-0000-0000-0000-000000000000}"/>
          </ac:spMkLst>
        </pc:spChg>
        <pc:grpChg chg="del mod">
          <ac:chgData name="Kolk Raphael (XC-DX/ESP2)" userId="1eb8a498-266c-478d-97a2-726c2037cca5" providerId="ADAL" clId="{148B4DE0-2893-4D57-AEB5-529CE38FB6D0}" dt="2023-09-19T12:28:18.071" v="1978" actId="165"/>
          <ac:grpSpMkLst>
            <pc:docMk/>
            <pc:sldMk cId="550925399" sldId="293"/>
            <ac:grpSpMk id="10" creationId="{00000000-0000-0000-0000-000000000000}"/>
          </ac:grpSpMkLst>
        </pc:grpChg>
        <pc:grpChg chg="add mod">
          <ac:chgData name="Kolk Raphael (XC-DX/ESP2)" userId="1eb8a498-266c-478d-97a2-726c2037cca5" providerId="ADAL" clId="{148B4DE0-2893-4D57-AEB5-529CE38FB6D0}" dt="2023-09-19T11:47:07.417" v="1237" actId="164"/>
          <ac:grpSpMkLst>
            <pc:docMk/>
            <pc:sldMk cId="550925399" sldId="293"/>
            <ac:grpSpMk id="13" creationId="{CFA9C4EA-EF8A-15E3-8C00-91251E44ECA3}"/>
          </ac:grpSpMkLst>
        </pc:grpChg>
        <pc:grpChg chg="mod">
          <ac:chgData name="Kolk Raphael (XC-DX/ESP2)" userId="1eb8a498-266c-478d-97a2-726c2037cca5" providerId="ADAL" clId="{148B4DE0-2893-4D57-AEB5-529CE38FB6D0}" dt="2023-09-19T11:44:53.729" v="1222"/>
          <ac:grpSpMkLst>
            <pc:docMk/>
            <pc:sldMk cId="550925399" sldId="293"/>
            <ac:grpSpMk id="16" creationId="{9FA00675-6F5B-E5D3-71B3-0714B3E53974}"/>
          </ac:grpSpMkLst>
        </pc:grpChg>
        <pc:grpChg chg="add del">
          <ac:chgData name="Kolk Raphael (XC-DX/ESP2)" userId="1eb8a498-266c-478d-97a2-726c2037cca5" providerId="ADAL" clId="{148B4DE0-2893-4D57-AEB5-529CE38FB6D0}" dt="2023-09-19T11:43:23.799" v="1185" actId="478"/>
          <ac:grpSpMkLst>
            <pc:docMk/>
            <pc:sldMk cId="550925399" sldId="293"/>
            <ac:grpSpMk id="29" creationId="{00000000-0000-0000-0000-000000000000}"/>
          </ac:grpSpMkLst>
        </pc:grpChg>
        <pc:grpChg chg="add mod">
          <ac:chgData name="Kolk Raphael (XC-DX/ESP2)" userId="1eb8a498-266c-478d-97a2-726c2037cca5" providerId="ADAL" clId="{148B4DE0-2893-4D57-AEB5-529CE38FB6D0}" dt="2023-09-19T12:04:10.800" v="1373" actId="1035"/>
          <ac:grpSpMkLst>
            <pc:docMk/>
            <pc:sldMk cId="550925399" sldId="293"/>
            <ac:grpSpMk id="36" creationId="{37464FD7-3AA1-1A1C-BE2E-D736E09C5CED}"/>
          </ac:grpSpMkLst>
        </pc:grpChg>
        <pc:grpChg chg="mod">
          <ac:chgData name="Kolk Raphael (XC-DX/ESP2)" userId="1eb8a498-266c-478d-97a2-726c2037cca5" providerId="ADAL" clId="{148B4DE0-2893-4D57-AEB5-529CE38FB6D0}" dt="2023-09-19T12:04:10.800" v="1373" actId="1035"/>
          <ac:grpSpMkLst>
            <pc:docMk/>
            <pc:sldMk cId="550925399" sldId="293"/>
            <ac:grpSpMk id="38" creationId="{00000000-0000-0000-0000-000000000000}"/>
          </ac:grpSpMkLst>
        </pc:grpChg>
        <pc:grpChg chg="del">
          <ac:chgData name="Kolk Raphael (XC-DX/ESP2)" userId="1eb8a498-266c-478d-97a2-726c2037cca5" providerId="ADAL" clId="{148B4DE0-2893-4D57-AEB5-529CE38FB6D0}" dt="2023-09-19T11:42:02.042" v="1126" actId="478"/>
          <ac:grpSpMkLst>
            <pc:docMk/>
            <pc:sldMk cId="550925399" sldId="293"/>
            <ac:grpSpMk id="60" creationId="{00000000-0000-0000-0000-000000000000}"/>
          </ac:grpSpMkLst>
        </pc:grpChg>
        <pc:grpChg chg="del">
          <ac:chgData name="Kolk Raphael (XC-DX/ESP2)" userId="1eb8a498-266c-478d-97a2-726c2037cca5" providerId="ADAL" clId="{148B4DE0-2893-4D57-AEB5-529CE38FB6D0}" dt="2023-09-19T11:42:04.539" v="1127" actId="478"/>
          <ac:grpSpMkLst>
            <pc:docMk/>
            <pc:sldMk cId="550925399" sldId="293"/>
            <ac:grpSpMk id="63" creationId="{00000000-0000-0000-0000-000000000000}"/>
          </ac:grpSpMkLst>
        </pc:grpChg>
        <pc:grpChg chg="add del mod">
          <ac:chgData name="Kolk Raphael (XC-DX/ESP2)" userId="1eb8a498-266c-478d-97a2-726c2037cca5" providerId="ADAL" clId="{148B4DE0-2893-4D57-AEB5-529CE38FB6D0}" dt="2023-09-19T11:46:27.836" v="1232" actId="478"/>
          <ac:grpSpMkLst>
            <pc:docMk/>
            <pc:sldMk cId="550925399" sldId="293"/>
            <ac:grpSpMk id="71" creationId="{00000000-0000-0000-0000-000000000000}"/>
          </ac:grpSpMkLst>
        </pc:grpChg>
        <pc:cxnChg chg="mod">
          <ac:chgData name="Kolk Raphael (XC-DX/ESP2)" userId="1eb8a498-266c-478d-97a2-726c2037cca5" providerId="ADAL" clId="{148B4DE0-2893-4D57-AEB5-529CE38FB6D0}" dt="2023-09-19T11:44:53.729" v="1222"/>
          <ac:cxnSpMkLst>
            <pc:docMk/>
            <pc:sldMk cId="550925399" sldId="293"/>
            <ac:cxnSpMk id="20" creationId="{0DE5E37E-292C-3869-56D3-E75AEA6B6A87}"/>
          </ac:cxnSpMkLst>
        </pc:cxnChg>
        <pc:cxnChg chg="mod">
          <ac:chgData name="Kolk Raphael (XC-DX/ESP2)" userId="1eb8a498-266c-478d-97a2-726c2037cca5" providerId="ADAL" clId="{148B4DE0-2893-4D57-AEB5-529CE38FB6D0}" dt="2023-09-19T11:44:53.729" v="1222"/>
          <ac:cxnSpMkLst>
            <pc:docMk/>
            <pc:sldMk cId="550925399" sldId="293"/>
            <ac:cxnSpMk id="21" creationId="{DDE56BB6-635A-C568-AE14-840B6F6E2D3C}"/>
          </ac:cxnSpMkLst>
        </pc:cxnChg>
        <pc:cxnChg chg="mod">
          <ac:chgData name="Kolk Raphael (XC-DX/ESP2)" userId="1eb8a498-266c-478d-97a2-726c2037cca5" providerId="ADAL" clId="{148B4DE0-2893-4D57-AEB5-529CE38FB6D0}" dt="2023-09-19T11:44:12.970" v="1213" actId="1037"/>
          <ac:cxnSpMkLst>
            <pc:docMk/>
            <pc:sldMk cId="550925399" sldId="293"/>
            <ac:cxnSpMk id="3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44:12.970" v="1213" actId="1037"/>
          <ac:cxnSpMkLst>
            <pc:docMk/>
            <pc:sldMk cId="550925399" sldId="293"/>
            <ac:cxnSpMk id="32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46:27.836" v="1232" actId="478"/>
          <ac:cxnSpMkLst>
            <pc:docMk/>
            <pc:sldMk cId="550925399" sldId="293"/>
            <ac:cxnSpMk id="4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46:27.836" v="1232" actId="478"/>
          <ac:cxnSpMkLst>
            <pc:docMk/>
            <pc:sldMk cId="550925399" sldId="293"/>
            <ac:cxnSpMk id="47" creationId="{00000000-0000-0000-0000-000000000000}"/>
          </ac:cxnSpMkLst>
        </pc:cxnChg>
      </pc:sldChg>
      <pc:sldChg chg="addSp delSp modSp mod modAnim">
        <pc:chgData name="Kolk Raphael (XC-DX/ESP2)" userId="1eb8a498-266c-478d-97a2-726c2037cca5" providerId="ADAL" clId="{148B4DE0-2893-4D57-AEB5-529CE38FB6D0}" dt="2023-09-19T12:54:24.807" v="2065" actId="1076"/>
        <pc:sldMkLst>
          <pc:docMk/>
          <pc:sldMk cId="2427611750" sldId="294"/>
        </pc:sldMkLst>
        <pc:spChg chg="del mod">
          <ac:chgData name="Kolk Raphael (XC-DX/ESP2)" userId="1eb8a498-266c-478d-97a2-726c2037cca5" providerId="ADAL" clId="{148B4DE0-2893-4D57-AEB5-529CE38FB6D0}" dt="2023-09-19T09:56:40.289" v="735" actId="478"/>
          <ac:spMkLst>
            <pc:docMk/>
            <pc:sldMk cId="2427611750" sldId="294"/>
            <ac:spMk id="2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2:11:51.186" v="1512" actId="20577"/>
          <ac:spMkLst>
            <pc:docMk/>
            <pc:sldMk cId="2427611750" sldId="294"/>
            <ac:spMk id="3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0:06:50.990" v="841" actId="1076"/>
          <ac:spMkLst>
            <pc:docMk/>
            <pc:sldMk cId="2427611750" sldId="294"/>
            <ac:spMk id="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09:51:49.079" v="711" actId="20577"/>
          <ac:spMkLst>
            <pc:docMk/>
            <pc:sldMk cId="2427611750" sldId="294"/>
            <ac:spMk id="88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2:38:44.247" v="2027" actId="20577"/>
          <ac:spMkLst>
            <pc:docMk/>
            <pc:sldMk cId="2427611750" sldId="294"/>
            <ac:spMk id="89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17:21.413" v="913" actId="164"/>
          <ac:spMkLst>
            <pc:docMk/>
            <pc:sldMk cId="2427611750" sldId="294"/>
            <ac:spMk id="9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17:21.413" v="913" actId="164"/>
          <ac:spMkLst>
            <pc:docMk/>
            <pc:sldMk cId="2427611750" sldId="294"/>
            <ac:spMk id="153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18:15.671" v="915" actId="164"/>
          <ac:spMkLst>
            <pc:docMk/>
            <pc:sldMk cId="2427611750" sldId="294"/>
            <ac:spMk id="15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18:41.483" v="916" actId="164"/>
          <ac:spMkLst>
            <pc:docMk/>
            <pc:sldMk cId="2427611750" sldId="294"/>
            <ac:spMk id="157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0:32.666" v="921" actId="164"/>
          <ac:spMkLst>
            <pc:docMk/>
            <pc:sldMk cId="2427611750" sldId="294"/>
            <ac:spMk id="168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1:37.363" v="924" actId="164"/>
          <ac:spMkLst>
            <pc:docMk/>
            <pc:sldMk cId="2427611750" sldId="294"/>
            <ac:spMk id="283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0:32.666" v="921" actId="164"/>
          <ac:spMkLst>
            <pc:docMk/>
            <pc:sldMk cId="2427611750" sldId="294"/>
            <ac:spMk id="284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0:59.548" v="922" actId="164"/>
          <ac:spMkLst>
            <pc:docMk/>
            <pc:sldMk cId="2427611750" sldId="294"/>
            <ac:spMk id="372" creationId="{00000000-0000-0000-0000-000000000000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48" creationId="{94EBFBF5-E65C-CCCB-D384-5F576E16C11A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49" creationId="{50CBBE85-A1C8-E771-AC6E-B7CA12256FD3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0" creationId="{42F40ED9-53FA-D345-7223-9BD3E1FC3185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1" creationId="{21F73642-0FF8-1A4D-7883-07FE8D1D966D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2" creationId="{F4610165-E1B8-10FA-3F7F-7424939E25F4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3" creationId="{3BF43DD9-C19C-D216-5DD2-4A1D76706C8D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4" creationId="{62C33C1A-3255-4EAB-C0E6-9A6B01A17808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5" creationId="{83D99ED2-42C7-269A-4E23-966F65230753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6" creationId="{49BCF98A-5DA4-2139-2D00-9F7D50FD3B88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7" creationId="{8BF68805-0528-2A7F-BCED-56F736BFF26E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8" creationId="{E0137686-D9DD-FF26-11A5-E298A1A16837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59" creationId="{5D4ED98F-7739-985D-B224-751D1BF44CFC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0" creationId="{85CFEA08-B5E6-161B-235D-03D467E7DDE9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1" creationId="{006B7117-FB3F-AE3D-4AEB-21E16DB4CFE0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2" creationId="{3D0BCDEC-7567-5B52-BADB-8FBA2D268377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3" creationId="{0212E0F9-237B-632D-FBAB-6E01A35D8516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4" creationId="{33FE6791-A46F-B2FB-43EA-16F16FE999AD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5" creationId="{7E58ED52-11DE-E6A2-2010-9E5872C158C7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6" creationId="{57D8F62E-910C-042D-063D-2CBC1BEB07AE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7" creationId="{25933A15-DA2E-92D4-CCA7-04D313744E4F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8" creationId="{E6B653FB-9A41-DBB1-4B36-DB22345D87D9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69" creationId="{820C9605-8BF6-C504-89EA-1800F13FD7CB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0" creationId="{CB0E81BC-807A-5E20-3600-A6AF1FA0149B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1" creationId="{64EB56E7-A887-29E6-55B4-B5ADFBE608CE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2" creationId="{1D4C2B46-63AA-CF52-7360-3B8C388D61E9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3" creationId="{8629E3C3-7089-D9F1-3B41-69CD5D07CE94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4" creationId="{5EB4ED35-6D87-BD9C-F766-BE85D642996B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5" creationId="{582ACF44-DF6E-CA85-35F9-B5798D822AE3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6" creationId="{EADF1231-3615-6F63-77CD-A814EC3FD7D7}"/>
          </ac:spMkLst>
        </pc:spChg>
        <pc:spChg chg="add mod">
          <ac:chgData name="Kolk Raphael (XC-DX/ESP2)" userId="1eb8a498-266c-478d-97a2-726c2037cca5" providerId="ADAL" clId="{148B4DE0-2893-4D57-AEB5-529CE38FB6D0}" dt="2023-09-19T09:32:19.170" v="440" actId="164"/>
          <ac:spMkLst>
            <pc:docMk/>
            <pc:sldMk cId="2427611750" sldId="294"/>
            <ac:spMk id="477" creationId="{44E41B1E-1B68-A2FE-1952-0F6110C902C6}"/>
          </ac:spMkLst>
        </pc:spChg>
        <pc:spChg chg="mod">
          <ac:chgData name="Kolk Raphael (XC-DX/ESP2)" userId="1eb8a498-266c-478d-97a2-726c2037cca5" providerId="ADAL" clId="{148B4DE0-2893-4D57-AEB5-529CE38FB6D0}" dt="2023-09-19T11:21:19.049" v="923" actId="164"/>
          <ac:spMkLst>
            <pc:docMk/>
            <pc:sldMk cId="2427611750" sldId="294"/>
            <ac:spMk id="490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0:08.708" v="920" actId="164"/>
          <ac:spMkLst>
            <pc:docMk/>
            <pc:sldMk cId="2427611750" sldId="294"/>
            <ac:spMk id="491" creationId="{00000000-0000-0000-0000-000000000000}"/>
          </ac:spMkLst>
        </pc:spChg>
        <pc:spChg chg="add mod">
          <ac:chgData name="Kolk Raphael (XC-DX/ESP2)" userId="1eb8a498-266c-478d-97a2-726c2037cca5" providerId="ADAL" clId="{148B4DE0-2893-4D57-AEB5-529CE38FB6D0}" dt="2023-09-19T11:17:21.413" v="913" actId="164"/>
          <ac:spMkLst>
            <pc:docMk/>
            <pc:sldMk cId="2427611750" sldId="294"/>
            <ac:spMk id="492" creationId="{017A1D8E-64DB-EA86-65F0-D21B0098EA6A}"/>
          </ac:spMkLst>
        </pc:spChg>
        <pc:spChg chg="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4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5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6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7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8" creationId="{00000000-0000-0000-0000-000000000000}"/>
          </ac:spMkLst>
        </pc:spChg>
        <pc:spChg chg="add 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499" creationId="{AF23B9BA-3D41-5F24-9597-183C4D56CC98}"/>
          </ac:spMkLst>
        </pc:spChg>
        <pc:spChg chg="mod">
          <ac:chgData name="Kolk Raphael (XC-DX/ESP2)" userId="1eb8a498-266c-478d-97a2-726c2037cca5" providerId="ADAL" clId="{148B4DE0-2893-4D57-AEB5-529CE38FB6D0}" dt="2023-09-19T12:54:24.807" v="2065" actId="1076"/>
          <ac:spMkLst>
            <pc:docMk/>
            <pc:sldMk cId="2427611750" sldId="294"/>
            <ac:spMk id="500" creationId="{00000000-0000-0000-0000-000000000000}"/>
          </ac:spMkLst>
        </pc:spChg>
        <pc:spChg chg="mod">
          <ac:chgData name="Kolk Raphael (XC-DX/ESP2)" userId="1eb8a498-266c-478d-97a2-726c2037cca5" providerId="ADAL" clId="{148B4DE0-2893-4D57-AEB5-529CE38FB6D0}" dt="2023-09-19T11:17:21.413" v="913" actId="164"/>
          <ac:spMkLst>
            <pc:docMk/>
            <pc:sldMk cId="2427611750" sldId="294"/>
            <ac:spMk id="501" creationId="{00000000-0000-0000-0000-000000000000}"/>
          </ac:spMkLst>
        </pc:spChg>
        <pc:spChg chg="add mod">
          <ac:chgData name="Kolk Raphael (XC-DX/ESP2)" userId="1eb8a498-266c-478d-97a2-726c2037cca5" providerId="ADAL" clId="{148B4DE0-2893-4D57-AEB5-529CE38FB6D0}" dt="2023-09-19T11:22:22.115" v="925" actId="164"/>
          <ac:spMkLst>
            <pc:docMk/>
            <pc:sldMk cId="2427611750" sldId="294"/>
            <ac:spMk id="502" creationId="{82C4816B-4D40-431D-5DFB-E72763B4237A}"/>
          </ac:spMkLst>
        </pc:spChg>
        <pc:spChg chg="add del mod">
          <ac:chgData name="Kolk Raphael (XC-DX/ESP2)" userId="1eb8a498-266c-478d-97a2-726c2037cca5" providerId="ADAL" clId="{148B4DE0-2893-4D57-AEB5-529CE38FB6D0}" dt="2023-09-19T09:56:43.351" v="736" actId="478"/>
          <ac:spMkLst>
            <pc:docMk/>
            <pc:sldMk cId="2427611750" sldId="294"/>
            <ac:spMk id="504" creationId="{5EE22996-623B-7D5D-C810-BA36763F8CE5}"/>
          </ac:spMkLst>
        </pc:spChg>
        <pc:spChg chg="add del mod">
          <ac:chgData name="Kolk Raphael (XC-DX/ESP2)" userId="1eb8a498-266c-478d-97a2-726c2037cca5" providerId="ADAL" clId="{148B4DE0-2893-4D57-AEB5-529CE38FB6D0}" dt="2023-09-19T10:07:02.335" v="845" actId="478"/>
          <ac:spMkLst>
            <pc:docMk/>
            <pc:sldMk cId="2427611750" sldId="294"/>
            <ac:spMk id="506" creationId="{CF169D23-9473-C274-DB6D-8B639BF2E79E}"/>
          </ac:spMkLst>
        </pc:spChg>
        <pc:spChg chg="add mod">
          <ac:chgData name="Kolk Raphael (XC-DX/ESP2)" userId="1eb8a498-266c-478d-97a2-726c2037cca5" providerId="ADAL" clId="{148B4DE0-2893-4D57-AEB5-529CE38FB6D0}" dt="2023-09-19T10:08:57.686" v="889" actId="20577"/>
          <ac:spMkLst>
            <pc:docMk/>
            <pc:sldMk cId="2427611750" sldId="294"/>
            <ac:spMk id="507" creationId="{D9935150-C5FB-F40E-C252-C5B36941A4A8}"/>
          </ac:spMkLst>
        </pc:spChg>
        <pc:grpChg chg="add mod">
          <ac:chgData name="Kolk Raphael (XC-DX/ESP2)" userId="1eb8a498-266c-478d-97a2-726c2037cca5" providerId="ADAL" clId="{148B4DE0-2893-4D57-AEB5-529CE38FB6D0}" dt="2023-09-19T11:20:32.666" v="921" actId="164"/>
          <ac:grpSpMkLst>
            <pc:docMk/>
            <pc:sldMk cId="2427611750" sldId="294"/>
            <ac:grpSpMk id="81" creationId="{58D3A87B-B382-4EE6-DCC0-75697ACD84A6}"/>
          </ac:grpSpMkLst>
        </pc:grpChg>
        <pc:grpChg chg="add mod">
          <ac:chgData name="Kolk Raphael (XC-DX/ESP2)" userId="1eb8a498-266c-478d-97a2-726c2037cca5" providerId="ADAL" clId="{148B4DE0-2893-4D57-AEB5-529CE38FB6D0}" dt="2023-09-19T11:20:59.548" v="922" actId="164"/>
          <ac:grpSpMkLst>
            <pc:docMk/>
            <pc:sldMk cId="2427611750" sldId="294"/>
            <ac:grpSpMk id="82" creationId="{C999113A-839F-F0FF-2A2D-C42B793379EB}"/>
          </ac:grpSpMkLst>
        </pc:grpChg>
        <pc:grpChg chg="add mod">
          <ac:chgData name="Kolk Raphael (XC-DX/ESP2)" userId="1eb8a498-266c-478d-97a2-726c2037cca5" providerId="ADAL" clId="{148B4DE0-2893-4D57-AEB5-529CE38FB6D0}" dt="2023-09-19T11:21:19.049" v="923" actId="164"/>
          <ac:grpSpMkLst>
            <pc:docMk/>
            <pc:sldMk cId="2427611750" sldId="294"/>
            <ac:grpSpMk id="83" creationId="{7E9BB393-2AF3-E773-93B2-F7B930E3E457}"/>
          </ac:grpSpMkLst>
        </pc:grpChg>
        <pc:grpChg chg="add mod">
          <ac:chgData name="Kolk Raphael (XC-DX/ESP2)" userId="1eb8a498-266c-478d-97a2-726c2037cca5" providerId="ADAL" clId="{148B4DE0-2893-4D57-AEB5-529CE38FB6D0}" dt="2023-09-19T11:21:37.363" v="924" actId="164"/>
          <ac:grpSpMkLst>
            <pc:docMk/>
            <pc:sldMk cId="2427611750" sldId="294"/>
            <ac:grpSpMk id="84" creationId="{1BABD7C1-62F9-EB49-B564-4F6DA35D2260}"/>
          </ac:grpSpMkLst>
        </pc:grpChg>
        <pc:grpChg chg="add mod">
          <ac:chgData name="Kolk Raphael (XC-DX/ESP2)" userId="1eb8a498-266c-478d-97a2-726c2037cca5" providerId="ADAL" clId="{148B4DE0-2893-4D57-AEB5-529CE38FB6D0}" dt="2023-09-19T11:22:22.115" v="925" actId="164"/>
          <ac:grpSpMkLst>
            <pc:docMk/>
            <pc:sldMk cId="2427611750" sldId="294"/>
            <ac:grpSpMk id="85" creationId="{274E5692-92D5-E373-C6F6-C57175B688FD}"/>
          </ac:grpSpMkLst>
        </pc:grpChg>
        <pc:grpChg chg="mod">
          <ac:chgData name="Kolk Raphael (XC-DX/ESP2)" userId="1eb8a498-266c-478d-97a2-726c2037cca5" providerId="ADAL" clId="{148B4DE0-2893-4D57-AEB5-529CE38FB6D0}" dt="2023-09-19T09:32:26.100" v="441" actId="164"/>
          <ac:grpSpMkLst>
            <pc:docMk/>
            <pc:sldMk cId="2427611750" sldId="294"/>
            <ac:grpSpMk id="92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17:21.413" v="913" actId="164"/>
          <ac:grpSpMkLst>
            <pc:docMk/>
            <pc:sldMk cId="2427611750" sldId="294"/>
            <ac:grpSpMk id="115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18:41.483" v="916" actId="164"/>
          <ac:grpSpMkLst>
            <pc:docMk/>
            <pc:sldMk cId="2427611750" sldId="294"/>
            <ac:grpSpMk id="118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20:08.708" v="920" actId="164"/>
          <ac:grpSpMkLst>
            <pc:docMk/>
            <pc:sldMk cId="2427611750" sldId="294"/>
            <ac:grpSpMk id="165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20:32.666" v="921" actId="164"/>
          <ac:grpSpMkLst>
            <pc:docMk/>
            <pc:sldMk cId="2427611750" sldId="294"/>
            <ac:grpSpMk id="285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20:59.548" v="922" actId="164"/>
          <ac:grpSpMkLst>
            <pc:docMk/>
            <pc:sldMk cId="2427611750" sldId="294"/>
            <ac:grpSpMk id="287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21:19.049" v="923" actId="164"/>
          <ac:grpSpMkLst>
            <pc:docMk/>
            <pc:sldMk cId="2427611750" sldId="294"/>
            <ac:grpSpMk id="342" creationId="{00000000-0000-0000-0000-000000000000}"/>
          </ac:grpSpMkLst>
        </pc:grpChg>
        <pc:grpChg chg="mod">
          <ac:chgData name="Kolk Raphael (XC-DX/ESP2)" userId="1eb8a498-266c-478d-97a2-726c2037cca5" providerId="ADAL" clId="{148B4DE0-2893-4D57-AEB5-529CE38FB6D0}" dt="2023-09-19T11:21:37.363" v="924" actId="164"/>
          <ac:grpSpMkLst>
            <pc:docMk/>
            <pc:sldMk cId="2427611750" sldId="294"/>
            <ac:grpSpMk id="373" creationId="{00000000-0000-0000-0000-000000000000}"/>
          </ac:grpSpMkLst>
        </pc:grpChg>
        <pc:grpChg chg="add mod">
          <ac:chgData name="Kolk Raphael (XC-DX/ESP2)" userId="1eb8a498-266c-478d-97a2-726c2037cca5" providerId="ADAL" clId="{148B4DE0-2893-4D57-AEB5-529CE38FB6D0}" dt="2023-09-19T09:32:26.100" v="441" actId="164"/>
          <ac:grpSpMkLst>
            <pc:docMk/>
            <pc:sldMk cId="2427611750" sldId="294"/>
            <ac:grpSpMk id="478" creationId="{5E9A2057-0091-64A2-243C-D01BD960CA7D}"/>
          </ac:grpSpMkLst>
        </pc:grpChg>
        <pc:grpChg chg="add mod">
          <ac:chgData name="Kolk Raphael (XC-DX/ESP2)" userId="1eb8a498-266c-478d-97a2-726c2037cca5" providerId="ADAL" clId="{148B4DE0-2893-4D57-AEB5-529CE38FB6D0}" dt="2023-09-19T11:22:37.573" v="954" actId="1037"/>
          <ac:grpSpMkLst>
            <pc:docMk/>
            <pc:sldMk cId="2427611750" sldId="294"/>
            <ac:grpSpMk id="479" creationId="{5D48960F-BAA8-7CB0-4B91-10EC508263CF}"/>
          </ac:grpSpMkLst>
        </pc:grpChg>
        <pc:grpChg chg="add mod">
          <ac:chgData name="Kolk Raphael (XC-DX/ESP2)" userId="1eb8a498-266c-478d-97a2-726c2037cca5" providerId="ADAL" clId="{148B4DE0-2893-4D57-AEB5-529CE38FB6D0}" dt="2023-09-19T11:18:15.671" v="915" actId="164"/>
          <ac:grpSpMkLst>
            <pc:docMk/>
            <pc:sldMk cId="2427611750" sldId="294"/>
            <ac:grpSpMk id="508" creationId="{69AC7833-7947-F441-301B-32802B297680}"/>
          </ac:grpSpMkLst>
        </pc:grpChg>
        <pc:grpChg chg="add mod">
          <ac:chgData name="Kolk Raphael (XC-DX/ESP2)" userId="1eb8a498-266c-478d-97a2-726c2037cca5" providerId="ADAL" clId="{148B4DE0-2893-4D57-AEB5-529CE38FB6D0}" dt="2023-09-19T11:18:15.671" v="915" actId="164"/>
          <ac:grpSpMkLst>
            <pc:docMk/>
            <pc:sldMk cId="2427611750" sldId="294"/>
            <ac:grpSpMk id="509" creationId="{267B2BBF-6237-FFA7-AFB1-A4D423F02C52}"/>
          </ac:grpSpMkLst>
        </pc:grpChg>
        <pc:grpChg chg="add mod">
          <ac:chgData name="Kolk Raphael (XC-DX/ESP2)" userId="1eb8a498-266c-478d-97a2-726c2037cca5" providerId="ADAL" clId="{148B4DE0-2893-4D57-AEB5-529CE38FB6D0}" dt="2023-09-19T11:18:41.483" v="916" actId="164"/>
          <ac:grpSpMkLst>
            <pc:docMk/>
            <pc:sldMk cId="2427611750" sldId="294"/>
            <ac:grpSpMk id="510" creationId="{EF0B11DA-69AB-5FE4-1DD4-8C0C41FDD643}"/>
          </ac:grpSpMkLst>
        </pc:grpChg>
        <pc:grpChg chg="add mod">
          <ac:chgData name="Kolk Raphael (XC-DX/ESP2)" userId="1eb8a498-266c-478d-97a2-726c2037cca5" providerId="ADAL" clId="{148B4DE0-2893-4D57-AEB5-529CE38FB6D0}" dt="2023-09-19T11:20:08.708" v="920" actId="164"/>
          <ac:grpSpMkLst>
            <pc:docMk/>
            <pc:sldMk cId="2427611750" sldId="294"/>
            <ac:grpSpMk id="511" creationId="{6DBA543A-0310-52A9-082E-EC1A0CC82B88}"/>
          </ac:grpSpMkLst>
        </pc:grpChg>
        <pc:cxnChg chg="mod">
          <ac:chgData name="Kolk Raphael (XC-DX/ESP2)" userId="1eb8a498-266c-478d-97a2-726c2037cca5" providerId="ADAL" clId="{148B4DE0-2893-4D57-AEB5-529CE38FB6D0}" dt="2023-09-19T09:34:16.439" v="448" actId="692"/>
          <ac:cxnSpMkLst>
            <pc:docMk/>
            <pc:sldMk cId="2427611750" sldId="294"/>
            <ac:cxnSpMk id="8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2:37.573" v="954" actId="1037"/>
          <ac:cxnSpMkLst>
            <pc:docMk/>
            <pc:sldMk cId="2427611750" sldId="294"/>
            <ac:cxnSpMk id="94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1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3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38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39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0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2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3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4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5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8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49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18:41.483" v="916" actId="164"/>
          <ac:cxnSpMkLst>
            <pc:docMk/>
            <pc:sldMk cId="2427611750" sldId="294"/>
            <ac:cxnSpMk id="150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08.708" v="920" actId="164"/>
          <ac:cxnSpMkLst>
            <pc:docMk/>
            <pc:sldMk cId="2427611750" sldId="294"/>
            <ac:cxnSpMk id="16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32.666" v="921" actId="164"/>
          <ac:cxnSpMkLst>
            <pc:docMk/>
            <pc:sldMk cId="2427611750" sldId="294"/>
            <ac:cxnSpMk id="282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28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3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4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5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8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09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0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2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3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4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5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0:59.548" v="922" actId="164"/>
          <ac:cxnSpMkLst>
            <pc:docMk/>
            <pc:sldMk cId="2427611750" sldId="294"/>
            <ac:cxnSpMk id="31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4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58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59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0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2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3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4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5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6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7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8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69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70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19.049" v="923" actId="164"/>
          <ac:cxnSpMkLst>
            <pc:docMk/>
            <pc:sldMk cId="2427611750" sldId="294"/>
            <ac:cxnSpMk id="371" creationId="{00000000-0000-0000-0000-000000000000}"/>
          </ac:cxnSpMkLst>
        </pc:cxnChg>
        <pc:cxnChg chg="mod">
          <ac:chgData name="Kolk Raphael (XC-DX/ESP2)" userId="1eb8a498-266c-478d-97a2-726c2037cca5" providerId="ADAL" clId="{148B4DE0-2893-4D57-AEB5-529CE38FB6D0}" dt="2023-09-19T11:21:37.363" v="924" actId="164"/>
          <ac:cxnSpMkLst>
            <pc:docMk/>
            <pc:sldMk cId="2427611750" sldId="294"/>
            <ac:cxnSpMk id="380" creationId="{00000000-0000-0000-0000-000000000000}"/>
          </ac:cxnSpMkLst>
        </pc:cxnChg>
        <pc:cxnChg chg="add del mod">
          <ac:chgData name="Kolk Raphael (XC-DX/ESP2)" userId="1eb8a498-266c-478d-97a2-726c2037cca5" providerId="ADAL" clId="{148B4DE0-2893-4D57-AEB5-529CE38FB6D0}" dt="2023-09-19T09:58:32.315" v="788" actId="478"/>
          <ac:cxnSpMkLst>
            <pc:docMk/>
            <pc:sldMk cId="2427611750" sldId="294"/>
            <ac:cxnSpMk id="480" creationId="{8B0F992C-41A4-8907-9CCE-204063C8B506}"/>
          </ac:cxnSpMkLst>
        </pc:cxnChg>
        <pc:cxnChg chg="add mod">
          <ac:chgData name="Kolk Raphael (XC-DX/ESP2)" userId="1eb8a498-266c-478d-97a2-726c2037cca5" providerId="ADAL" clId="{148B4DE0-2893-4D57-AEB5-529CE38FB6D0}" dt="2023-09-19T11:22:37.573" v="954" actId="1037"/>
          <ac:cxnSpMkLst>
            <pc:docMk/>
            <pc:sldMk cId="2427611750" sldId="294"/>
            <ac:cxnSpMk id="484" creationId="{DCA96970-8870-05AF-6B93-540BE80FF29A}"/>
          </ac:cxnSpMkLst>
        </pc:cxnChg>
        <pc:cxnChg chg="add mod">
          <ac:chgData name="Kolk Raphael (XC-DX/ESP2)" userId="1eb8a498-266c-478d-97a2-726c2037cca5" providerId="ADAL" clId="{148B4DE0-2893-4D57-AEB5-529CE38FB6D0}" dt="2023-09-19T11:22:37.573" v="954" actId="1037"/>
          <ac:cxnSpMkLst>
            <pc:docMk/>
            <pc:sldMk cId="2427611750" sldId="294"/>
            <ac:cxnSpMk id="487" creationId="{5A13F5AA-AA1D-E3A7-3272-22A43ED69C7D}"/>
          </ac:cxnSpMkLst>
        </pc:cxnChg>
        <pc:cxnChg chg="mod">
          <ac:chgData name="Kolk Raphael (XC-DX/ESP2)" userId="1eb8a498-266c-478d-97a2-726c2037cca5" providerId="ADAL" clId="{148B4DE0-2893-4D57-AEB5-529CE38FB6D0}" dt="2023-09-19T11:22:22.115" v="925" actId="164"/>
          <ac:cxnSpMkLst>
            <pc:docMk/>
            <pc:sldMk cId="2427611750" sldId="294"/>
            <ac:cxnSpMk id="493" creationId="{00000000-0000-0000-0000-000000000000}"/>
          </ac:cxnSpMkLst>
        </pc:cxnChg>
      </pc:sldChg>
      <pc:sldChg chg="addSp delSp modSp add mod">
        <pc:chgData name="Kolk Raphael (XC-DX/ESP2)" userId="1eb8a498-266c-478d-97a2-726c2037cca5" providerId="ADAL" clId="{148B4DE0-2893-4D57-AEB5-529CE38FB6D0}" dt="2023-09-19T12:10:17.103" v="1482" actId="207"/>
        <pc:sldMkLst>
          <pc:docMk/>
          <pc:sldMk cId="1870012966" sldId="301"/>
        </pc:sldMkLst>
        <pc:spChg chg="del">
          <ac:chgData name="Kolk Raphael (XC-DX/ESP2)" userId="1eb8a498-266c-478d-97a2-726c2037cca5" providerId="ADAL" clId="{148B4DE0-2893-4D57-AEB5-529CE38FB6D0}" dt="2023-09-19T12:07:06.975" v="1429" actId="478"/>
          <ac:spMkLst>
            <pc:docMk/>
            <pc:sldMk cId="1870012966" sldId="301"/>
            <ac:spMk id="2" creationId="{F6A5A19C-12FB-44A6-81EF-040066DA6017}"/>
          </ac:spMkLst>
        </pc:spChg>
        <pc:spChg chg="mod">
          <ac:chgData name="Kolk Raphael (XC-DX/ESP2)" userId="1eb8a498-266c-478d-97a2-726c2037cca5" providerId="ADAL" clId="{148B4DE0-2893-4D57-AEB5-529CE38FB6D0}" dt="2023-09-19T12:10:17.103" v="1482" actId="207"/>
          <ac:spMkLst>
            <pc:docMk/>
            <pc:sldMk cId="1870012966" sldId="301"/>
            <ac:spMk id="3" creationId="{80D79685-6A72-445D-8697-C6AF5DEBE9D1}"/>
          </ac:spMkLst>
        </pc:spChg>
        <pc:spChg chg="add del mod">
          <ac:chgData name="Kolk Raphael (XC-DX/ESP2)" userId="1eb8a498-266c-478d-97a2-726c2037cca5" providerId="ADAL" clId="{148B4DE0-2893-4D57-AEB5-529CE38FB6D0}" dt="2023-09-19T12:07:07.901" v="1430" actId="478"/>
          <ac:spMkLst>
            <pc:docMk/>
            <pc:sldMk cId="1870012966" sldId="301"/>
            <ac:spMk id="7" creationId="{C0CF9870-EDFF-FCE2-4759-1979CB8B767A}"/>
          </ac:spMkLst>
        </pc:spChg>
        <pc:spChg chg="add mod">
          <ac:chgData name="Kolk Raphael (XC-DX/ESP2)" userId="1eb8a498-266c-478d-97a2-726c2037cca5" providerId="ADAL" clId="{148B4DE0-2893-4D57-AEB5-529CE38FB6D0}" dt="2023-09-19T12:10:10.570" v="1478"/>
          <ac:spMkLst>
            <pc:docMk/>
            <pc:sldMk cId="1870012966" sldId="301"/>
            <ac:spMk id="12" creationId="{51CAB48F-DFB1-6021-3CBE-8CED1862EE74}"/>
          </ac:spMkLst>
        </pc:spChg>
      </pc:sldChg>
      <pc:sldChg chg="addSp delSp modSp add mod modAnim">
        <pc:chgData name="Kolk Raphael (XC-DX/ESP2)" userId="1eb8a498-266c-478d-97a2-726c2037cca5" providerId="ADAL" clId="{148B4DE0-2893-4D57-AEB5-529CE38FB6D0}" dt="2023-09-19T12:29:23.447" v="1987"/>
        <pc:sldMkLst>
          <pc:docMk/>
          <pc:sldMk cId="9404746" sldId="302"/>
        </pc:sldMkLst>
        <pc:spChg chg="del mod">
          <ac:chgData name="Kolk Raphael (XC-DX/ESP2)" userId="1eb8a498-266c-478d-97a2-726c2037cca5" providerId="ADAL" clId="{148B4DE0-2893-4D57-AEB5-529CE38FB6D0}" dt="2023-09-19T12:05:46.864" v="1420" actId="478"/>
          <ac:spMkLst>
            <pc:docMk/>
            <pc:sldMk cId="9404746" sldId="302"/>
            <ac:spMk id="2" creationId="{F6A5A19C-12FB-44A6-81EF-040066DA6017}"/>
          </ac:spMkLst>
        </pc:spChg>
        <pc:spChg chg="mod">
          <ac:chgData name="Kolk Raphael (XC-DX/ESP2)" userId="1eb8a498-266c-478d-97a2-726c2037cca5" providerId="ADAL" clId="{148B4DE0-2893-4D57-AEB5-529CE38FB6D0}" dt="2023-09-19T12:09:44.904" v="1472" actId="207"/>
          <ac:spMkLst>
            <pc:docMk/>
            <pc:sldMk cId="9404746" sldId="302"/>
            <ac:spMk id="3" creationId="{80D79685-6A72-445D-8697-C6AF5DEBE9D1}"/>
          </ac:spMkLst>
        </pc:spChg>
        <pc:spChg chg="add del mod">
          <ac:chgData name="Kolk Raphael (XC-DX/ESP2)" userId="1eb8a498-266c-478d-97a2-726c2037cca5" providerId="ADAL" clId="{148B4DE0-2893-4D57-AEB5-529CE38FB6D0}" dt="2023-09-19T12:05:48.870" v="1421" actId="478"/>
          <ac:spMkLst>
            <pc:docMk/>
            <pc:sldMk cId="9404746" sldId="302"/>
            <ac:spMk id="7" creationId="{5D7D8F6B-7823-9AE1-B738-6BC21A56B769}"/>
          </ac:spMkLst>
        </pc:spChg>
        <pc:spChg chg="add mod">
          <ac:chgData name="Kolk Raphael (XC-DX/ESP2)" userId="1eb8a498-266c-478d-97a2-726c2037cca5" providerId="ADAL" clId="{148B4DE0-2893-4D57-AEB5-529CE38FB6D0}" dt="2023-09-19T12:09:41.087" v="1471"/>
          <ac:spMkLst>
            <pc:docMk/>
            <pc:sldMk cId="9404746" sldId="302"/>
            <ac:spMk id="8" creationId="{330BD903-ADD8-D37A-EEFA-0404F0B05F38}"/>
          </ac:spMkLst>
        </pc:spChg>
      </pc:sldChg>
      <pc:sldChg chg="addSp delSp modSp add mod">
        <pc:chgData name="Kolk Raphael (XC-DX/ESP2)" userId="1eb8a498-266c-478d-97a2-726c2037cca5" providerId="ADAL" clId="{148B4DE0-2893-4D57-AEB5-529CE38FB6D0}" dt="2023-09-19T12:10:03.590" v="1477" actId="207"/>
        <pc:sldMkLst>
          <pc:docMk/>
          <pc:sldMk cId="322227374" sldId="303"/>
        </pc:sldMkLst>
        <pc:spChg chg="del">
          <ac:chgData name="Kolk Raphael (XC-DX/ESP2)" userId="1eb8a498-266c-478d-97a2-726c2037cca5" providerId="ADAL" clId="{148B4DE0-2893-4D57-AEB5-529CE38FB6D0}" dt="2023-09-19T12:06:48.295" v="1422" actId="478"/>
          <ac:spMkLst>
            <pc:docMk/>
            <pc:sldMk cId="322227374" sldId="303"/>
            <ac:spMk id="2" creationId="{F6A5A19C-12FB-44A6-81EF-040066DA6017}"/>
          </ac:spMkLst>
        </pc:spChg>
        <pc:spChg chg="mod">
          <ac:chgData name="Kolk Raphael (XC-DX/ESP2)" userId="1eb8a498-266c-478d-97a2-726c2037cca5" providerId="ADAL" clId="{148B4DE0-2893-4D57-AEB5-529CE38FB6D0}" dt="2023-09-19T12:10:03.590" v="1477" actId="207"/>
          <ac:spMkLst>
            <pc:docMk/>
            <pc:sldMk cId="322227374" sldId="303"/>
            <ac:spMk id="3" creationId="{80D79685-6A72-445D-8697-C6AF5DEBE9D1}"/>
          </ac:spMkLst>
        </pc:spChg>
        <pc:spChg chg="add del mod">
          <ac:chgData name="Kolk Raphael (XC-DX/ESP2)" userId="1eb8a498-266c-478d-97a2-726c2037cca5" providerId="ADAL" clId="{148B4DE0-2893-4D57-AEB5-529CE38FB6D0}" dt="2023-09-19T12:06:49.436" v="1423" actId="478"/>
          <ac:spMkLst>
            <pc:docMk/>
            <pc:sldMk cId="322227374" sldId="303"/>
            <ac:spMk id="7" creationId="{38B2278C-227F-BF5C-5A2C-A403A12F495F}"/>
          </ac:spMkLst>
        </pc:spChg>
        <pc:spChg chg="add del mod">
          <ac:chgData name="Kolk Raphael (XC-DX/ESP2)" userId="1eb8a498-266c-478d-97a2-726c2037cca5" providerId="ADAL" clId="{148B4DE0-2893-4D57-AEB5-529CE38FB6D0}" dt="2023-09-19T12:06:56.438" v="1426" actId="478"/>
          <ac:spMkLst>
            <pc:docMk/>
            <pc:sldMk cId="322227374" sldId="303"/>
            <ac:spMk id="11" creationId="{8188B287-426D-105C-D2A5-79117A97EB37}"/>
          </ac:spMkLst>
        </pc:spChg>
        <pc:spChg chg="add del">
          <ac:chgData name="Kolk Raphael (XC-DX/ESP2)" userId="1eb8a498-266c-478d-97a2-726c2037cca5" providerId="ADAL" clId="{148B4DE0-2893-4D57-AEB5-529CE38FB6D0}" dt="2023-09-19T12:09:52.327" v="1474" actId="22"/>
          <ac:spMkLst>
            <pc:docMk/>
            <pc:sldMk cId="322227374" sldId="303"/>
            <ac:spMk id="13" creationId="{ABC6D380-EACE-911E-3C54-3851D9976A14}"/>
          </ac:spMkLst>
        </pc:spChg>
        <pc:spChg chg="add mod">
          <ac:chgData name="Kolk Raphael (XC-DX/ESP2)" userId="1eb8a498-266c-478d-97a2-726c2037cca5" providerId="ADAL" clId="{148B4DE0-2893-4D57-AEB5-529CE38FB6D0}" dt="2023-09-19T12:09:57.649" v="1475"/>
          <ac:spMkLst>
            <pc:docMk/>
            <pc:sldMk cId="322227374" sldId="303"/>
            <ac:spMk id="14" creationId="{AC719747-FAE0-70F7-2E07-B8D3BBABE4A5}"/>
          </ac:spMkLst>
        </pc:spChg>
      </pc:sldChg>
      <pc:sldChg chg="modSp add mod">
        <pc:chgData name="Kolk Raphael (XC-DX/ESP2)" userId="1eb8a498-266c-478d-97a2-726c2037cca5" providerId="ADAL" clId="{148B4DE0-2893-4D57-AEB5-529CE38FB6D0}" dt="2023-09-19T12:10:24.897" v="1487" actId="207"/>
        <pc:sldMkLst>
          <pc:docMk/>
          <pc:sldMk cId="3293939119" sldId="304"/>
        </pc:sldMkLst>
        <pc:spChg chg="mod">
          <ac:chgData name="Kolk Raphael (XC-DX/ESP2)" userId="1eb8a498-266c-478d-97a2-726c2037cca5" providerId="ADAL" clId="{148B4DE0-2893-4D57-AEB5-529CE38FB6D0}" dt="2023-09-19T12:10:24.897" v="1487" actId="207"/>
          <ac:spMkLst>
            <pc:docMk/>
            <pc:sldMk cId="3293939119" sldId="304"/>
            <ac:spMk id="3" creationId="{80D79685-6A72-445D-8697-C6AF5DEBE9D1}"/>
          </ac:spMkLst>
        </pc:spChg>
      </pc:sldChg>
      <pc:sldChg chg="modSp add mod">
        <pc:chgData name="Kolk Raphael (XC-DX/ESP2)" userId="1eb8a498-266c-478d-97a2-726c2037cca5" providerId="ADAL" clId="{148B4DE0-2893-4D57-AEB5-529CE38FB6D0}" dt="2023-09-19T12:10:36.616" v="1488"/>
        <pc:sldMkLst>
          <pc:docMk/>
          <pc:sldMk cId="743809775" sldId="305"/>
        </pc:sldMkLst>
        <pc:spChg chg="mod">
          <ac:chgData name="Kolk Raphael (XC-DX/ESP2)" userId="1eb8a498-266c-478d-97a2-726c2037cca5" providerId="ADAL" clId="{148B4DE0-2893-4D57-AEB5-529CE38FB6D0}" dt="2023-09-19T12:10:36.616" v="1488"/>
          <ac:spMkLst>
            <pc:docMk/>
            <pc:sldMk cId="743809775" sldId="305"/>
            <ac:spMk id="3" creationId="{80D79685-6A72-445D-8697-C6AF5DEBE9D1}"/>
          </ac:spMkLst>
        </pc:spChg>
      </pc:sldChg>
      <pc:sldChg chg="modSp add mod">
        <pc:chgData name="Kolk Raphael (XC-DX/ESP2)" userId="1eb8a498-266c-478d-97a2-726c2037cca5" providerId="ADAL" clId="{148B4DE0-2893-4D57-AEB5-529CE38FB6D0}" dt="2023-09-19T12:10:44.947" v="1491" actId="6549"/>
        <pc:sldMkLst>
          <pc:docMk/>
          <pc:sldMk cId="2408955272" sldId="306"/>
        </pc:sldMkLst>
        <pc:spChg chg="mod">
          <ac:chgData name="Kolk Raphael (XC-DX/ESP2)" userId="1eb8a498-266c-478d-97a2-726c2037cca5" providerId="ADAL" clId="{148B4DE0-2893-4D57-AEB5-529CE38FB6D0}" dt="2023-09-19T12:10:44.947" v="1491" actId="6549"/>
          <ac:spMkLst>
            <pc:docMk/>
            <pc:sldMk cId="2408955272" sldId="306"/>
            <ac:spMk id="3" creationId="{80D79685-6A72-445D-8697-C6AF5DEBE9D1}"/>
          </ac:spMkLst>
        </pc:spChg>
      </pc:sldChg>
      <pc:sldChg chg="modSp add mod">
        <pc:chgData name="Kolk Raphael (XC-DX/ESP2)" userId="1eb8a498-266c-478d-97a2-726c2037cca5" providerId="ADAL" clId="{148B4DE0-2893-4D57-AEB5-529CE38FB6D0}" dt="2023-09-19T12:11:03.880" v="1492"/>
        <pc:sldMkLst>
          <pc:docMk/>
          <pc:sldMk cId="3251012221" sldId="307"/>
        </pc:sldMkLst>
        <pc:spChg chg="mod">
          <ac:chgData name="Kolk Raphael (XC-DX/ESP2)" userId="1eb8a498-266c-478d-97a2-726c2037cca5" providerId="ADAL" clId="{148B4DE0-2893-4D57-AEB5-529CE38FB6D0}" dt="2023-09-19T12:11:03.880" v="1492"/>
          <ac:spMkLst>
            <pc:docMk/>
            <pc:sldMk cId="3251012221" sldId="307"/>
            <ac:spMk id="3" creationId="{80D79685-6A72-445D-8697-C6AF5DEBE9D1}"/>
          </ac:spMkLst>
        </pc:spChg>
      </pc:sldChg>
      <pc:sldChg chg="modSp add mod">
        <pc:chgData name="Kolk Raphael (XC-DX/ESP2)" userId="1eb8a498-266c-478d-97a2-726c2037cca5" providerId="ADAL" clId="{148B4DE0-2893-4D57-AEB5-529CE38FB6D0}" dt="2023-09-19T12:11:06.855" v="1493"/>
        <pc:sldMkLst>
          <pc:docMk/>
          <pc:sldMk cId="682711969" sldId="308"/>
        </pc:sldMkLst>
        <pc:spChg chg="mod">
          <ac:chgData name="Kolk Raphael (XC-DX/ESP2)" userId="1eb8a498-266c-478d-97a2-726c2037cca5" providerId="ADAL" clId="{148B4DE0-2893-4D57-AEB5-529CE38FB6D0}" dt="2023-09-19T12:11:06.855" v="1493"/>
          <ac:spMkLst>
            <pc:docMk/>
            <pc:sldMk cId="682711969" sldId="308"/>
            <ac:spMk id="3" creationId="{80D79685-6A72-445D-8697-C6AF5DEBE9D1}"/>
          </ac:spMkLst>
        </pc:spChg>
      </pc:sldChg>
      <pc:sldChg chg="del">
        <pc:chgData name="Kolk Raphael (XC-DX/ESP2)" userId="1eb8a498-266c-478d-97a2-726c2037cca5" providerId="ADAL" clId="{148B4DE0-2893-4D57-AEB5-529CE38FB6D0}" dt="2023-09-19T12:11:11.647" v="1494" actId="47"/>
        <pc:sldMkLst>
          <pc:docMk/>
          <pc:sldMk cId="2194334578" sldId="319"/>
        </pc:sldMkLst>
      </pc:sldChg>
      <pc:sldChg chg="del">
        <pc:chgData name="Kolk Raphael (XC-DX/ESP2)" userId="1eb8a498-266c-478d-97a2-726c2037cca5" providerId="ADAL" clId="{148B4DE0-2893-4D57-AEB5-529CE38FB6D0}" dt="2023-09-19T12:11:15.207" v="1496" actId="47"/>
        <pc:sldMkLst>
          <pc:docMk/>
          <pc:sldMk cId="2960081057" sldId="320"/>
        </pc:sldMkLst>
      </pc:sldChg>
      <pc:sldChg chg="del">
        <pc:chgData name="Kolk Raphael (XC-DX/ESP2)" userId="1eb8a498-266c-478d-97a2-726c2037cca5" providerId="ADAL" clId="{148B4DE0-2893-4D57-AEB5-529CE38FB6D0}" dt="2023-09-19T13:33:53.093" v="2084" actId="2696"/>
        <pc:sldMkLst>
          <pc:docMk/>
          <pc:sldMk cId="965578955" sldId="322"/>
        </pc:sldMkLst>
      </pc:sldChg>
      <pc:sldChg chg="del">
        <pc:chgData name="Kolk Raphael (XC-DX/ESP2)" userId="1eb8a498-266c-478d-97a2-726c2037cca5" providerId="ADAL" clId="{148B4DE0-2893-4D57-AEB5-529CE38FB6D0}" dt="2023-09-19T12:11:13.972" v="1495" actId="47"/>
        <pc:sldMkLst>
          <pc:docMk/>
          <pc:sldMk cId="3939023772" sldId="323"/>
        </pc:sldMkLst>
      </pc:sldChg>
      <pc:sldChg chg="modSp mod">
        <pc:chgData name="Kolk Raphael (XC-DX/ESP2)" userId="1eb8a498-266c-478d-97a2-726c2037cca5" providerId="ADAL" clId="{148B4DE0-2893-4D57-AEB5-529CE38FB6D0}" dt="2023-09-19T12:40:01.908" v="2041" actId="20577"/>
        <pc:sldMkLst>
          <pc:docMk/>
          <pc:sldMk cId="2451133990" sldId="327"/>
        </pc:sldMkLst>
        <pc:spChg chg="mod">
          <ac:chgData name="Kolk Raphael (XC-DX/ESP2)" userId="1eb8a498-266c-478d-97a2-726c2037cca5" providerId="ADAL" clId="{148B4DE0-2893-4D57-AEB5-529CE38FB6D0}" dt="2023-09-19T12:40:01.908" v="2041" actId="20577"/>
          <ac:spMkLst>
            <pc:docMk/>
            <pc:sldMk cId="2451133990" sldId="327"/>
            <ac:spMk id="3" creationId="{00000000-0000-0000-0000-000000000000}"/>
          </ac:spMkLst>
        </pc:spChg>
      </pc:sldChg>
      <pc:sldChg chg="modSp">
        <pc:chgData name="Kolk Raphael (XC-DX/ESP2)" userId="1eb8a498-266c-478d-97a2-726c2037cca5" providerId="ADAL" clId="{148B4DE0-2893-4D57-AEB5-529CE38FB6D0}" dt="2023-09-19T12:52:58.323" v="2049" actId="20577"/>
        <pc:sldMkLst>
          <pc:docMk/>
          <pc:sldMk cId="203447126" sldId="329"/>
        </pc:sldMkLst>
        <pc:spChg chg="mod">
          <ac:chgData name="Kolk Raphael (XC-DX/ESP2)" userId="1eb8a498-266c-478d-97a2-726c2037cca5" providerId="ADAL" clId="{148B4DE0-2893-4D57-AEB5-529CE38FB6D0}" dt="2023-09-19T12:52:58.323" v="2049" actId="20577"/>
          <ac:spMkLst>
            <pc:docMk/>
            <pc:sldMk cId="203447126" sldId="329"/>
            <ac:spMk id="8" creationId="{7B0FC823-27AD-68FB-C110-50D743C2CD8D}"/>
          </ac:spMkLst>
        </pc:spChg>
        <pc:spChg chg="mod">
          <ac:chgData name="Kolk Raphael (XC-DX/ESP2)" userId="1eb8a498-266c-478d-97a2-726c2037cca5" providerId="ADAL" clId="{148B4DE0-2893-4D57-AEB5-529CE38FB6D0}" dt="2023-09-19T12:51:44.776" v="2042" actId="15385"/>
          <ac:spMkLst>
            <pc:docMk/>
            <pc:sldMk cId="203447126" sldId="329"/>
            <ac:spMk id="19" creationId="{6210D274-A4BC-6F5D-43E0-B0DEDD41770F}"/>
          </ac:spMkLst>
        </pc:spChg>
      </pc:sldChg>
      <pc:sldChg chg="modSp">
        <pc:chgData name="Kolk Raphael (XC-DX/ESP2)" userId="1eb8a498-266c-478d-97a2-726c2037cca5" providerId="ADAL" clId="{148B4DE0-2893-4D57-AEB5-529CE38FB6D0}" dt="2023-09-19T12:53:33.825" v="2051"/>
        <pc:sldMkLst>
          <pc:docMk/>
          <pc:sldMk cId="2438880090" sldId="331"/>
        </pc:sldMkLst>
        <pc:spChg chg="mod">
          <ac:chgData name="Kolk Raphael (XC-DX/ESP2)" userId="1eb8a498-266c-478d-97a2-726c2037cca5" providerId="ADAL" clId="{148B4DE0-2893-4D57-AEB5-529CE38FB6D0}" dt="2023-09-19T12:53:33.825" v="2051"/>
          <ac:spMkLst>
            <pc:docMk/>
            <pc:sldMk cId="2438880090" sldId="331"/>
            <ac:spMk id="8" creationId="{7B0FC823-27AD-68FB-C110-50D743C2CD8D}"/>
          </ac:spMkLst>
        </pc:spChg>
      </pc:sldChg>
      <pc:sldChg chg="modSp mod">
        <pc:chgData name="Kolk Raphael (XC-DX/ESP2)" userId="1eb8a498-266c-478d-97a2-726c2037cca5" providerId="ADAL" clId="{148B4DE0-2893-4D57-AEB5-529CE38FB6D0}" dt="2023-09-19T12:53:37.338" v="2052"/>
        <pc:sldMkLst>
          <pc:docMk/>
          <pc:sldMk cId="3560125292" sldId="332"/>
        </pc:sldMkLst>
        <pc:spChg chg="mod">
          <ac:chgData name="Kolk Raphael (XC-DX/ESP2)" userId="1eb8a498-266c-478d-97a2-726c2037cca5" providerId="ADAL" clId="{148B4DE0-2893-4D57-AEB5-529CE38FB6D0}" dt="2023-09-19T12:53:37.338" v="2052"/>
          <ac:spMkLst>
            <pc:docMk/>
            <pc:sldMk cId="3560125292" sldId="332"/>
            <ac:spMk id="8" creationId="{7B0FC823-27AD-68FB-C110-50D743C2CD8D}"/>
          </ac:spMkLst>
        </pc:spChg>
      </pc:sldChg>
      <pc:sldChg chg="modSp mod">
        <pc:chgData name="Kolk Raphael (XC-DX/ESP2)" userId="1eb8a498-266c-478d-97a2-726c2037cca5" providerId="ADAL" clId="{148B4DE0-2893-4D57-AEB5-529CE38FB6D0}" dt="2023-09-19T12:53:40.243" v="2053"/>
        <pc:sldMkLst>
          <pc:docMk/>
          <pc:sldMk cId="1973342109" sldId="333"/>
        </pc:sldMkLst>
        <pc:spChg chg="mod">
          <ac:chgData name="Kolk Raphael (XC-DX/ESP2)" userId="1eb8a498-266c-478d-97a2-726c2037cca5" providerId="ADAL" clId="{148B4DE0-2893-4D57-AEB5-529CE38FB6D0}" dt="2023-09-19T12:53:40.243" v="2053"/>
          <ac:spMkLst>
            <pc:docMk/>
            <pc:sldMk cId="1973342109" sldId="333"/>
            <ac:spMk id="8" creationId="{7B0FC823-27AD-68FB-C110-50D743C2CD8D}"/>
          </ac:spMkLst>
        </pc:spChg>
      </pc:sldChg>
      <pc:sldChg chg="addSp delSp modSp add mod delAnim chgLayout modNotesTx">
        <pc:chgData name="Kolk Raphael (XC-DX/ESP2)" userId="1eb8a498-266c-478d-97a2-726c2037cca5" providerId="ADAL" clId="{148B4DE0-2893-4D57-AEB5-529CE38FB6D0}" dt="2023-09-20T11:03:26.348" v="2747" actId="20577"/>
        <pc:sldMkLst>
          <pc:docMk/>
          <pc:sldMk cId="3695584105" sldId="334"/>
        </pc:sldMkLst>
        <pc:spChg chg="add mod ord">
          <ac:chgData name="Kolk Raphael (XC-DX/ESP2)" userId="1eb8a498-266c-478d-97a2-726c2037cca5" providerId="ADAL" clId="{148B4DE0-2893-4D57-AEB5-529CE38FB6D0}" dt="2023-09-20T10:55:21.522" v="2658" actId="14100"/>
          <ac:spMkLst>
            <pc:docMk/>
            <pc:sldMk cId="3695584105" sldId="334"/>
            <ac:spMk id="2" creationId="{9B077FDE-9132-D4CF-6750-BDC14F9A95F7}"/>
          </ac:spMkLst>
        </pc:spChg>
        <pc:spChg chg="mod ord">
          <ac:chgData name="Kolk Raphael (XC-DX/ESP2)" userId="1eb8a498-266c-478d-97a2-726c2037cca5" providerId="ADAL" clId="{148B4DE0-2893-4D57-AEB5-529CE38FB6D0}" dt="2023-09-19T12:13:05.069" v="1564" actId="700"/>
          <ac:spMkLst>
            <pc:docMk/>
            <pc:sldMk cId="3695584105" sldId="334"/>
            <ac:spMk id="3" creationId="{80D79685-6A72-445D-8697-C6AF5DEBE9D1}"/>
          </ac:spMkLst>
        </pc:spChg>
        <pc:spChg chg="mod ord">
          <ac:chgData name="Kolk Raphael (XC-DX/ESP2)" userId="1eb8a498-266c-478d-97a2-726c2037cca5" providerId="ADAL" clId="{148B4DE0-2893-4D57-AEB5-529CE38FB6D0}" dt="2023-09-19T12:13:05.069" v="1564" actId="700"/>
          <ac:spMkLst>
            <pc:docMk/>
            <pc:sldMk cId="3695584105" sldId="334"/>
            <ac:spMk id="4" creationId="{858F3540-A2E5-4412-945E-D766D53BB5B7}"/>
          </ac:spMkLst>
        </pc:spChg>
        <pc:spChg chg="add del mod">
          <ac:chgData name="Kolk Raphael (XC-DX/ESP2)" userId="1eb8a498-266c-478d-97a2-726c2037cca5" providerId="ADAL" clId="{148B4DE0-2893-4D57-AEB5-529CE38FB6D0}" dt="2023-09-20T08:25:55.013" v="2429" actId="478"/>
          <ac:spMkLst>
            <pc:docMk/>
            <pc:sldMk cId="3695584105" sldId="334"/>
            <ac:spMk id="5" creationId="{FB37D40E-D5E7-193F-66BA-4AFBC86919BB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5" creationId="{FD8CA118-D1E9-4C4C-884E-054FDE9C6B6D}"/>
          </ac:spMkLst>
        </pc:spChg>
        <pc:spChg chg="add del mod">
          <ac:chgData name="Kolk Raphael (XC-DX/ESP2)" userId="1eb8a498-266c-478d-97a2-726c2037cca5" providerId="ADAL" clId="{148B4DE0-2893-4D57-AEB5-529CE38FB6D0}" dt="2023-09-20T08:29:20.687" v="2484" actId="478"/>
          <ac:spMkLst>
            <pc:docMk/>
            <pc:sldMk cId="3695584105" sldId="334"/>
            <ac:spMk id="6" creationId="{26C94560-76F4-9E2B-B039-013D37665BA0}"/>
          </ac:spMkLst>
        </pc:spChg>
        <pc:spChg chg="add del mod">
          <ac:chgData name="Kolk Raphael (XC-DX/ESP2)" userId="1eb8a498-266c-478d-97a2-726c2037cca5" providerId="ADAL" clId="{148B4DE0-2893-4D57-AEB5-529CE38FB6D0}" dt="2023-09-20T08:29:15.399" v="2481" actId="478"/>
          <ac:spMkLst>
            <pc:docMk/>
            <pc:sldMk cId="3695584105" sldId="334"/>
            <ac:spMk id="7" creationId="{250DD3A9-0FB3-C0F4-1788-7B73ACED882D}"/>
          </ac:spMkLst>
        </pc:spChg>
        <pc:spChg chg="mod ord">
          <ac:chgData name="Kolk Raphael (XC-DX/ESP2)" userId="1eb8a498-266c-478d-97a2-726c2037cca5" providerId="ADAL" clId="{148B4DE0-2893-4D57-AEB5-529CE38FB6D0}" dt="2023-09-19T12:13:05.069" v="1564" actId="700"/>
          <ac:spMkLst>
            <pc:docMk/>
            <pc:sldMk cId="3695584105" sldId="334"/>
            <ac:spMk id="8" creationId="{330BD903-ADD8-D37A-EEFA-0404F0B05F38}"/>
          </ac:spMkLst>
        </pc:spChg>
        <pc:spChg chg="add mod ord">
          <ac:chgData name="Kolk Raphael (XC-DX/ESP2)" userId="1eb8a498-266c-478d-97a2-726c2037cca5" providerId="ADAL" clId="{148B4DE0-2893-4D57-AEB5-529CE38FB6D0}" dt="2023-09-20T10:55:06.992" v="2657" actId="1038"/>
          <ac:spMkLst>
            <pc:docMk/>
            <pc:sldMk cId="3695584105" sldId="334"/>
            <ac:spMk id="9" creationId="{71BE7635-30DE-837F-61A2-7EAD394DA0EB}"/>
          </ac:spMkLst>
        </pc:spChg>
        <pc:spChg chg="add mod ord">
          <ac:chgData name="Kolk Raphael (XC-DX/ESP2)" userId="1eb8a498-266c-478d-97a2-726c2037cca5" providerId="ADAL" clId="{148B4DE0-2893-4D57-AEB5-529CE38FB6D0}" dt="2023-09-20T10:55:06.992" v="2657" actId="1038"/>
          <ac:spMkLst>
            <pc:docMk/>
            <pc:sldMk cId="3695584105" sldId="334"/>
            <ac:spMk id="10" creationId="{9B89028A-CBA7-4A6E-3D38-98C932D07B23}"/>
          </ac:spMkLst>
        </pc:spChg>
        <pc:spChg chg="add mod ord">
          <ac:chgData name="Kolk Raphael (XC-DX/ESP2)" userId="1eb8a498-266c-478d-97a2-726c2037cca5" providerId="ADAL" clId="{148B4DE0-2893-4D57-AEB5-529CE38FB6D0}" dt="2023-09-20T10:55:06.992" v="2657" actId="1038"/>
          <ac:spMkLst>
            <pc:docMk/>
            <pc:sldMk cId="3695584105" sldId="334"/>
            <ac:spMk id="11" creationId="{94A44D11-571B-14E0-03C2-0EB7F6C28BF0}"/>
          </ac:spMkLst>
        </pc:spChg>
        <pc:spChg chg="add del mod">
          <ac:chgData name="Kolk Raphael (XC-DX/ESP2)" userId="1eb8a498-266c-478d-97a2-726c2037cca5" providerId="ADAL" clId="{148B4DE0-2893-4D57-AEB5-529CE38FB6D0}" dt="2023-09-20T08:25:39.614" v="2425"/>
          <ac:spMkLst>
            <pc:docMk/>
            <pc:sldMk cId="3695584105" sldId="334"/>
            <ac:spMk id="12" creationId="{51C73D19-9A58-188C-AFB6-557EC1CD7919}"/>
          </ac:spMkLst>
        </pc:spChg>
        <pc:spChg chg="add del mod ord">
          <ac:chgData name="Kolk Raphael (XC-DX/ESP2)" userId="1eb8a498-266c-478d-97a2-726c2037cca5" providerId="ADAL" clId="{148B4DE0-2893-4D57-AEB5-529CE38FB6D0}" dt="2023-09-20T10:55:06.992" v="2657" actId="1038"/>
          <ac:spMkLst>
            <pc:docMk/>
            <pc:sldMk cId="3695584105" sldId="334"/>
            <ac:spMk id="13" creationId="{AA9B0FF0-20CF-EE1A-DD05-A06AFD1B702C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34" creationId="{F4E3D339-2436-4691-A7F6-B4F7BC4D7AF8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36" creationId="{B0E5CAF2-5DB7-401C-A5DC-F99D138392B3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37" creationId="{E6ACEBDB-8198-4F6B-8E03-A00745F74751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38" creationId="{441B36CE-CA39-4FA5-9FB3-0015782AD981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39" creationId="{04E5891C-C8E5-49AC-A458-4E6143ED43A2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40" creationId="{E459143F-3174-4D05-9588-105A5AA594D5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3" creationId="{31574511-9B55-463C-9452-BF9A8BD25B25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4" creationId="{CACFBE8B-DAB0-4186-A2F7-E76441AA7A8D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5" creationId="{4EBD344F-8A72-4BAB-9E0E-7BF17CA7FC50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6" creationId="{FC07FC23-2AF3-4019-9831-D1CBF8FC57CB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7" creationId="{02291C35-0410-4E3C-AB2E-88D5774BD61F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8" creationId="{9663283B-A53A-4AAE-B8D2-E7A519465B05}"/>
          </ac:spMkLst>
        </pc:spChg>
        <pc:spChg chg="del">
          <ac:chgData name="Kolk Raphael (XC-DX/ESP2)" userId="1eb8a498-266c-478d-97a2-726c2037cca5" providerId="ADAL" clId="{148B4DE0-2893-4D57-AEB5-529CE38FB6D0}" dt="2023-09-19T12:12:25.434" v="1514" actId="478"/>
          <ac:spMkLst>
            <pc:docMk/>
            <pc:sldMk cId="3695584105" sldId="334"/>
            <ac:spMk id="69" creationId="{D06F8A9D-1E77-4979-BBB4-A752C518D13E}"/>
          </ac:spMkLst>
        </pc:spChg>
        <pc:picChg chg="add del mod">
          <ac:chgData name="Kolk Raphael (XC-DX/ESP2)" userId="1eb8a498-266c-478d-97a2-726c2037cca5" providerId="ADAL" clId="{148B4DE0-2893-4D57-AEB5-529CE38FB6D0}" dt="2023-09-20T08:28:51.278" v="2442" actId="478"/>
          <ac:picMkLst>
            <pc:docMk/>
            <pc:sldMk cId="3695584105" sldId="334"/>
            <ac:picMk id="14" creationId="{A12BC30A-7059-AD82-7754-F76D5B36F3CE}"/>
          </ac:picMkLst>
        </pc:picChg>
        <pc:picChg chg="add del mod">
          <ac:chgData name="Kolk Raphael (XC-DX/ESP2)" userId="1eb8a498-266c-478d-97a2-726c2037cca5" providerId="ADAL" clId="{148B4DE0-2893-4D57-AEB5-529CE38FB6D0}" dt="2023-09-20T08:28:50.431" v="2441" actId="478"/>
          <ac:picMkLst>
            <pc:docMk/>
            <pc:sldMk cId="3695584105" sldId="334"/>
            <ac:picMk id="15" creationId="{7447BFFF-2269-A3FE-6796-E1F44EA2A9F3}"/>
          </ac:picMkLst>
        </pc:picChg>
        <pc:picChg chg="add mod">
          <ac:chgData name="Kolk Raphael (XC-DX/ESP2)" userId="1eb8a498-266c-478d-97a2-726c2037cca5" providerId="ADAL" clId="{148B4DE0-2893-4D57-AEB5-529CE38FB6D0}" dt="2023-09-20T10:55:06.992" v="2657" actId="1038"/>
          <ac:picMkLst>
            <pc:docMk/>
            <pc:sldMk cId="3695584105" sldId="334"/>
            <ac:picMk id="17" creationId="{8EBC7B63-833D-6F27-DA62-D51AC05DB516}"/>
          </ac:picMkLst>
        </pc:picChg>
        <pc:picChg chg="add mod">
          <ac:chgData name="Kolk Raphael (XC-DX/ESP2)" userId="1eb8a498-266c-478d-97a2-726c2037cca5" providerId="ADAL" clId="{148B4DE0-2893-4D57-AEB5-529CE38FB6D0}" dt="2023-09-20T10:55:06.992" v="2657" actId="1038"/>
          <ac:picMkLst>
            <pc:docMk/>
            <pc:sldMk cId="3695584105" sldId="334"/>
            <ac:picMk id="18" creationId="{F9C84138-4842-4362-5431-C86115F3C1F2}"/>
          </ac:picMkLst>
        </pc:picChg>
        <pc:picChg chg="add mod">
          <ac:chgData name="Kolk Raphael (XC-DX/ESP2)" userId="1eb8a498-266c-478d-97a2-726c2037cca5" providerId="ADAL" clId="{148B4DE0-2893-4D57-AEB5-529CE38FB6D0}" dt="2023-09-20T10:55:06.992" v="2657" actId="1038"/>
          <ac:picMkLst>
            <pc:docMk/>
            <pc:sldMk cId="3695584105" sldId="334"/>
            <ac:picMk id="19" creationId="{2BCD5D84-080C-A20C-64AF-07710A7E504B}"/>
          </ac:picMkLst>
        </pc:picChg>
        <pc:picChg chg="add mod">
          <ac:chgData name="Kolk Raphael (XC-DX/ESP2)" userId="1eb8a498-266c-478d-97a2-726c2037cca5" providerId="ADAL" clId="{148B4DE0-2893-4D57-AEB5-529CE38FB6D0}" dt="2023-09-20T10:55:06.992" v="2657" actId="1038"/>
          <ac:picMkLst>
            <pc:docMk/>
            <pc:sldMk cId="3695584105" sldId="334"/>
            <ac:picMk id="20" creationId="{FAEA7857-BCBE-4527-9881-B8E53A3C19F0}"/>
          </ac:picMkLst>
        </pc:picChg>
        <pc:cxnChg chg="del mod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56" creationId="{D0B0B3E7-779B-40B8-93A8-B5F87E63DB03}"/>
          </ac:cxnSpMkLst>
        </pc:cxnChg>
        <pc:cxnChg chg="del mod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57" creationId="{9B950EAB-A687-4974-8209-036F09FE2860}"/>
          </ac:cxnSpMkLst>
        </pc:cxnChg>
        <pc:cxnChg chg="del mod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58" creationId="{FF07A9C7-2F8F-4444-9F78-D59F66435B36}"/>
          </ac:cxnSpMkLst>
        </pc:cxnChg>
        <pc:cxnChg chg="del mod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59" creationId="{FE480589-A6EF-4031-8976-A9FA71231CA9}"/>
          </ac:cxnSpMkLst>
        </pc:cxnChg>
        <pc:cxnChg chg="del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60" creationId="{5BA80E5E-6B40-446C-8D23-7633B298DFD6}"/>
          </ac:cxnSpMkLst>
        </pc:cxnChg>
        <pc:cxnChg chg="del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61" creationId="{DB2B993D-D95E-4FAD-974F-88501F1EE530}"/>
          </ac:cxnSpMkLst>
        </pc:cxnChg>
        <pc:cxnChg chg="del">
          <ac:chgData name="Kolk Raphael (XC-DX/ESP2)" userId="1eb8a498-266c-478d-97a2-726c2037cca5" providerId="ADAL" clId="{148B4DE0-2893-4D57-AEB5-529CE38FB6D0}" dt="2023-09-19T12:12:25.434" v="1514" actId="478"/>
          <ac:cxnSpMkLst>
            <pc:docMk/>
            <pc:sldMk cId="3695584105" sldId="334"/>
            <ac:cxnSpMk id="62" creationId="{F1D35E87-C061-4324-A6DE-E0580CF774B1}"/>
          </ac:cxnSpMkLst>
        </pc:cxnChg>
      </pc:sldChg>
      <pc:sldChg chg="addSp delSp modSp new mod delAnim modAnim">
        <pc:chgData name="Kolk Raphael (XC-DX/ESP2)" userId="1eb8a498-266c-478d-97a2-726c2037cca5" providerId="ADAL" clId="{148B4DE0-2893-4D57-AEB5-529CE38FB6D0}" dt="2023-09-20T11:07:33.648" v="2749"/>
        <pc:sldMkLst>
          <pc:docMk/>
          <pc:sldMk cId="3560723188" sldId="335"/>
        </pc:sldMkLst>
        <pc:spChg chg="mod">
          <ac:chgData name="Kolk Raphael (XC-DX/ESP2)" userId="1eb8a498-266c-478d-97a2-726c2037cca5" providerId="ADAL" clId="{148B4DE0-2893-4D57-AEB5-529CE38FB6D0}" dt="2023-09-19T12:16:21.277" v="1687" actId="20577"/>
          <ac:spMkLst>
            <pc:docMk/>
            <pc:sldMk cId="3560723188" sldId="335"/>
            <ac:spMk id="2" creationId="{9FEE135A-1282-D259-5B7A-A59F4D3FFC2A}"/>
          </ac:spMkLst>
        </pc:spChg>
        <pc:spChg chg="mod replST">
          <ac:chgData name="Kolk Raphael (XC-DX/ESP2)" userId="1eb8a498-266c-478d-97a2-726c2037cca5" providerId="ADAL" clId="{148B4DE0-2893-4D57-AEB5-529CE38FB6D0}" dt="2023-09-19T12:25:03.659" v="1901" actId="108"/>
          <ac:spMkLst>
            <pc:docMk/>
            <pc:sldMk cId="3560723188" sldId="335"/>
            <ac:spMk id="3" creationId="{AD611777-9E02-E64E-3BCF-42895DC8A4C4}"/>
          </ac:spMkLst>
        </pc:spChg>
        <pc:spChg chg="del">
          <ac:chgData name="Kolk Raphael (XC-DX/ESP2)" userId="1eb8a498-266c-478d-97a2-726c2037cca5" providerId="ADAL" clId="{148B4DE0-2893-4D57-AEB5-529CE38FB6D0}" dt="2023-09-19T12:17:01.053" v="1703" actId="478"/>
          <ac:spMkLst>
            <pc:docMk/>
            <pc:sldMk cId="3560723188" sldId="335"/>
            <ac:spMk id="5" creationId="{C72DD943-05A7-11B9-132C-A64996DB3909}"/>
          </ac:spMkLst>
        </pc:spChg>
        <pc:spChg chg="add mod">
          <ac:chgData name="Kolk Raphael (XC-DX/ESP2)" userId="1eb8a498-266c-478d-97a2-726c2037cca5" providerId="ADAL" clId="{148B4DE0-2893-4D57-AEB5-529CE38FB6D0}" dt="2023-09-20T08:14:18.220" v="2308" actId="14100"/>
          <ac:spMkLst>
            <pc:docMk/>
            <pc:sldMk cId="3560723188" sldId="335"/>
            <ac:spMk id="7" creationId="{C4066467-A26C-119E-F19F-834F51C35106}"/>
          </ac:spMkLst>
        </pc:spChg>
        <pc:spChg chg="add mod">
          <ac:chgData name="Kolk Raphael (XC-DX/ESP2)" userId="1eb8a498-266c-478d-97a2-726c2037cca5" providerId="ADAL" clId="{148B4DE0-2893-4D57-AEB5-529CE38FB6D0}" dt="2023-09-20T08:13:40.493" v="2287" actId="14100"/>
          <ac:spMkLst>
            <pc:docMk/>
            <pc:sldMk cId="3560723188" sldId="335"/>
            <ac:spMk id="8" creationId="{5DCEE643-802C-E3E8-FDE6-D8533D863EE5}"/>
          </ac:spMkLst>
        </pc:spChg>
        <pc:spChg chg="add mod">
          <ac:chgData name="Kolk Raphael (XC-DX/ESP2)" userId="1eb8a498-266c-478d-97a2-726c2037cca5" providerId="ADAL" clId="{148B4DE0-2893-4D57-AEB5-529CE38FB6D0}" dt="2023-09-20T08:13:51.884" v="2302" actId="1038"/>
          <ac:spMkLst>
            <pc:docMk/>
            <pc:sldMk cId="3560723188" sldId="335"/>
            <ac:spMk id="9" creationId="{1C1EB424-9991-9286-5F7D-81022DAB8F3C}"/>
          </ac:spMkLst>
        </pc:spChg>
        <pc:spChg chg="add mod">
          <ac:chgData name="Kolk Raphael (XC-DX/ESP2)" userId="1eb8a498-266c-478d-97a2-726c2037cca5" providerId="ADAL" clId="{148B4DE0-2893-4D57-AEB5-529CE38FB6D0}" dt="2023-09-20T08:16:52.026" v="2346" actId="207"/>
          <ac:spMkLst>
            <pc:docMk/>
            <pc:sldMk cId="3560723188" sldId="335"/>
            <ac:spMk id="10" creationId="{63A36A0C-5D63-7438-71EB-DC02007D2A85}"/>
          </ac:spMkLst>
        </pc:spChg>
        <pc:spChg chg="add mod">
          <ac:chgData name="Kolk Raphael (XC-DX/ESP2)" userId="1eb8a498-266c-478d-97a2-726c2037cca5" providerId="ADAL" clId="{148B4DE0-2893-4D57-AEB5-529CE38FB6D0}" dt="2023-09-20T08:14:01.259" v="2304" actId="1076"/>
          <ac:spMkLst>
            <pc:docMk/>
            <pc:sldMk cId="3560723188" sldId="335"/>
            <ac:spMk id="11" creationId="{AD49A516-3F8F-8B54-39D7-4FE88863E071}"/>
          </ac:spMkLst>
        </pc:spChg>
        <pc:spChg chg="add mod">
          <ac:chgData name="Kolk Raphael (XC-DX/ESP2)" userId="1eb8a498-266c-478d-97a2-726c2037cca5" providerId="ADAL" clId="{148B4DE0-2893-4D57-AEB5-529CE38FB6D0}" dt="2023-09-20T08:14:09.784" v="2306" actId="1076"/>
          <ac:spMkLst>
            <pc:docMk/>
            <pc:sldMk cId="3560723188" sldId="335"/>
            <ac:spMk id="12" creationId="{019BBDF9-3CE2-548A-675E-4803823D9B20}"/>
          </ac:spMkLst>
        </pc:spChg>
        <pc:spChg chg="add mod">
          <ac:chgData name="Kolk Raphael (XC-DX/ESP2)" userId="1eb8a498-266c-478d-97a2-726c2037cca5" providerId="ADAL" clId="{148B4DE0-2893-4D57-AEB5-529CE38FB6D0}" dt="2023-09-20T08:13:45.402" v="2288" actId="14100"/>
          <ac:spMkLst>
            <pc:docMk/>
            <pc:sldMk cId="3560723188" sldId="335"/>
            <ac:spMk id="18" creationId="{BFE144DA-6CD3-C404-F025-FFC8D07C1A16}"/>
          </ac:spMkLst>
        </pc:spChg>
        <pc:spChg chg="add mod">
          <ac:chgData name="Kolk Raphael (XC-DX/ESP2)" userId="1eb8a498-266c-478d-97a2-726c2037cca5" providerId="ADAL" clId="{148B4DE0-2893-4D57-AEB5-529CE38FB6D0}" dt="2023-09-20T08:15:53.949" v="2343" actId="20577"/>
          <ac:spMkLst>
            <pc:docMk/>
            <pc:sldMk cId="3560723188" sldId="335"/>
            <ac:spMk id="20" creationId="{A552D738-428B-65AB-3685-1A536643132F}"/>
          </ac:spMkLst>
        </pc:spChg>
        <pc:spChg chg="add del mod">
          <ac:chgData name="Kolk Raphael (XC-DX/ESP2)" userId="1eb8a498-266c-478d-97a2-726c2037cca5" providerId="ADAL" clId="{148B4DE0-2893-4D57-AEB5-529CE38FB6D0}" dt="2023-09-20T08:16:54.869" v="2347" actId="478"/>
          <ac:spMkLst>
            <pc:docMk/>
            <pc:sldMk cId="3560723188" sldId="335"/>
            <ac:spMk id="21" creationId="{72A3CB34-B401-A373-063A-E7047785BB47}"/>
          </ac:spMkLst>
        </pc:spChg>
        <pc:spChg chg="add del">
          <ac:chgData name="Kolk Raphael (XC-DX/ESP2)" userId="1eb8a498-266c-478d-97a2-726c2037cca5" providerId="ADAL" clId="{148B4DE0-2893-4D57-AEB5-529CE38FB6D0}" dt="2023-09-19T12:23:55.771" v="1887" actId="478"/>
          <ac:spMkLst>
            <pc:docMk/>
            <pc:sldMk cId="3560723188" sldId="335"/>
            <ac:spMk id="30" creationId="{91F1354B-AD1B-0AF6-2976-E38C281C1FF7}"/>
          </ac:spMkLst>
        </pc:spChg>
        <pc:spChg chg="add del mod">
          <ac:chgData name="Kolk Raphael (XC-DX/ESP2)" userId="1eb8a498-266c-478d-97a2-726c2037cca5" providerId="ADAL" clId="{148B4DE0-2893-4D57-AEB5-529CE38FB6D0}" dt="2023-09-19T12:24:30.475" v="1895" actId="478"/>
          <ac:spMkLst>
            <pc:docMk/>
            <pc:sldMk cId="3560723188" sldId="335"/>
            <ac:spMk id="31" creationId="{73F08B9C-A2E5-C2D9-450B-8DDCC8AB0C49}"/>
          </ac:spMkLst>
        </pc:spChg>
        <pc:spChg chg="add del mod">
          <ac:chgData name="Kolk Raphael (XC-DX/ESP2)" userId="1eb8a498-266c-478d-97a2-726c2037cca5" providerId="ADAL" clId="{148B4DE0-2893-4D57-AEB5-529CE38FB6D0}" dt="2023-09-19T15:49:58.888" v="2271" actId="478"/>
          <ac:spMkLst>
            <pc:docMk/>
            <pc:sldMk cId="3560723188" sldId="335"/>
            <ac:spMk id="32" creationId="{9883E034-FBD3-5957-1DBC-B56949027994}"/>
          </ac:spMkLst>
        </pc:spChg>
        <pc:spChg chg="add mod">
          <ac:chgData name="Kolk Raphael (XC-DX/ESP2)" userId="1eb8a498-266c-478d-97a2-726c2037cca5" providerId="ADAL" clId="{148B4DE0-2893-4D57-AEB5-529CE38FB6D0}" dt="2023-09-19T15:50:32.160" v="2284" actId="14100"/>
          <ac:spMkLst>
            <pc:docMk/>
            <pc:sldMk cId="3560723188" sldId="335"/>
            <ac:spMk id="37" creationId="{F5211933-583E-8073-D7EE-E172AD196A58}"/>
          </ac:spMkLst>
        </pc:spChg>
        <pc:spChg chg="add mod">
          <ac:chgData name="Kolk Raphael (XC-DX/ESP2)" userId="1eb8a498-266c-478d-97a2-726c2037cca5" providerId="ADAL" clId="{148B4DE0-2893-4D57-AEB5-529CE38FB6D0}" dt="2023-09-20T08:14:50.752" v="2332" actId="20577"/>
          <ac:spMkLst>
            <pc:docMk/>
            <pc:sldMk cId="3560723188" sldId="335"/>
            <ac:spMk id="38" creationId="{D84619E7-16B2-0990-937F-32E7B2E6AADD}"/>
          </ac:spMkLst>
        </pc:spChg>
        <pc:picChg chg="add del mod">
          <ac:chgData name="Kolk Raphael (XC-DX/ESP2)" userId="1eb8a498-266c-478d-97a2-726c2037cca5" providerId="ADAL" clId="{148B4DE0-2893-4D57-AEB5-529CE38FB6D0}" dt="2023-09-19T12:17:10.748" v="1705" actId="478"/>
          <ac:picMkLst>
            <pc:docMk/>
            <pc:sldMk cId="3560723188" sldId="335"/>
            <ac:picMk id="6" creationId="{EF1A0631-6C0F-023D-D9F9-E63553C1B2A0}"/>
          </ac:picMkLst>
        </pc:picChg>
        <pc:cxnChg chg="add mod">
          <ac:chgData name="Kolk Raphael (XC-DX/ESP2)" userId="1eb8a498-266c-478d-97a2-726c2037cca5" providerId="ADAL" clId="{148B4DE0-2893-4D57-AEB5-529CE38FB6D0}" dt="2023-09-20T08:13:51.884" v="2302" actId="1038"/>
          <ac:cxnSpMkLst>
            <pc:docMk/>
            <pc:sldMk cId="3560723188" sldId="335"/>
            <ac:cxnSpMk id="14" creationId="{D5C80ECC-199A-7024-73AA-FCB91EE7F263}"/>
          </ac:cxnSpMkLst>
        </pc:cxnChg>
        <pc:cxnChg chg="add mod">
          <ac:chgData name="Kolk Raphael (XC-DX/ESP2)" userId="1eb8a498-266c-478d-97a2-726c2037cca5" providerId="ADAL" clId="{148B4DE0-2893-4D57-AEB5-529CE38FB6D0}" dt="2023-09-20T08:16:27.983" v="2344" actId="1036"/>
          <ac:cxnSpMkLst>
            <pc:docMk/>
            <pc:sldMk cId="3560723188" sldId="335"/>
            <ac:cxnSpMk id="15" creationId="{CBAEB2C4-9E6F-84EE-1AA5-7A9A99CA18B8}"/>
          </ac:cxnSpMkLst>
        </pc:cxnChg>
        <pc:cxnChg chg="add mod">
          <ac:chgData name="Kolk Raphael (XC-DX/ESP2)" userId="1eb8a498-266c-478d-97a2-726c2037cca5" providerId="ADAL" clId="{148B4DE0-2893-4D57-AEB5-529CE38FB6D0}" dt="2023-09-20T08:16:27.983" v="2344" actId="1036"/>
          <ac:cxnSpMkLst>
            <pc:docMk/>
            <pc:sldMk cId="3560723188" sldId="335"/>
            <ac:cxnSpMk id="19" creationId="{E6C7E351-713F-B55F-461A-2345BE9665ED}"/>
          </ac:cxnSpMkLst>
        </pc:cxnChg>
      </pc:sldChg>
      <pc:sldChg chg="modSp mod">
        <pc:chgData name="Kolk Raphael (XC-DX/ESP2)" userId="1eb8a498-266c-478d-97a2-726c2037cca5" providerId="ADAL" clId="{148B4DE0-2893-4D57-AEB5-529CE38FB6D0}" dt="2023-09-19T13:12:14.307" v="2069" actId="14734"/>
        <pc:sldMkLst>
          <pc:docMk/>
          <pc:sldMk cId="3749632693" sldId="342"/>
        </pc:sldMkLst>
        <pc:graphicFrameChg chg="modGraphic">
          <ac:chgData name="Kolk Raphael (XC-DX/ESP2)" userId="1eb8a498-266c-478d-97a2-726c2037cca5" providerId="ADAL" clId="{148B4DE0-2893-4D57-AEB5-529CE38FB6D0}" dt="2023-09-19T13:12:14.307" v="2069" actId="14734"/>
          <ac:graphicFrameMkLst>
            <pc:docMk/>
            <pc:sldMk cId="3749632693" sldId="342"/>
            <ac:graphicFrameMk id="6" creationId="{A46EAB1C-8B1E-026F-5D7F-66EFBC4133AA}"/>
          </ac:graphicFrameMkLst>
        </pc:graphicFrameChg>
      </pc:sldChg>
      <pc:sldChg chg="addSp delSp modSp new mod modClrScheme chgLayout">
        <pc:chgData name="Kolk Raphael (XC-DX/ESP2)" userId="1eb8a498-266c-478d-97a2-726c2037cca5" providerId="ADAL" clId="{148B4DE0-2893-4D57-AEB5-529CE38FB6D0}" dt="2023-09-19T13:57:46.509" v="2173" actId="242"/>
        <pc:sldMkLst>
          <pc:docMk/>
          <pc:sldMk cId="2985779110" sldId="344"/>
        </pc:sldMkLst>
        <pc:spChg chg="del mod ord">
          <ac:chgData name="Kolk Raphael (XC-DX/ESP2)" userId="1eb8a498-266c-478d-97a2-726c2037cca5" providerId="ADAL" clId="{148B4DE0-2893-4D57-AEB5-529CE38FB6D0}" dt="2023-09-19T13:56:37.045" v="2145" actId="700"/>
          <ac:spMkLst>
            <pc:docMk/>
            <pc:sldMk cId="2985779110" sldId="344"/>
            <ac:spMk id="2" creationId="{496F5957-E110-71D4-E920-F47B48BC6EC9}"/>
          </ac:spMkLst>
        </pc:spChg>
        <pc:spChg chg="del mod ord replST">
          <ac:chgData name="Kolk Raphael (XC-DX/ESP2)" userId="1eb8a498-266c-478d-97a2-726c2037cca5" providerId="ADAL" clId="{148B4DE0-2893-4D57-AEB5-529CE38FB6D0}" dt="2023-09-19T13:57:00.891" v="2157" actId="478"/>
          <ac:spMkLst>
            <pc:docMk/>
            <pc:sldMk cId="2985779110" sldId="344"/>
            <ac:spMk id="3" creationId="{85C63E54-4D7D-4E84-974E-B8D50412D5AE}"/>
          </ac:spMkLst>
        </pc:spChg>
        <pc:spChg chg="mod ord">
          <ac:chgData name="Kolk Raphael (XC-DX/ESP2)" userId="1eb8a498-266c-478d-97a2-726c2037cca5" providerId="ADAL" clId="{148B4DE0-2893-4D57-AEB5-529CE38FB6D0}" dt="2023-09-19T13:56:37.045" v="2145" actId="700"/>
          <ac:spMkLst>
            <pc:docMk/>
            <pc:sldMk cId="2985779110" sldId="344"/>
            <ac:spMk id="4" creationId="{F01C36CD-80AB-A664-1AF8-EBDB4E105C0A}"/>
          </ac:spMkLst>
        </pc:spChg>
        <pc:spChg chg="del">
          <ac:chgData name="Kolk Raphael (XC-DX/ESP2)" userId="1eb8a498-266c-478d-97a2-726c2037cca5" providerId="ADAL" clId="{148B4DE0-2893-4D57-AEB5-529CE38FB6D0}" dt="2023-09-19T13:56:37.045" v="2145" actId="700"/>
          <ac:spMkLst>
            <pc:docMk/>
            <pc:sldMk cId="2985779110" sldId="344"/>
            <ac:spMk id="5" creationId="{D5871430-EF79-1B4A-487C-BFA9B89B64B9}"/>
          </ac:spMkLst>
        </pc:spChg>
        <pc:spChg chg="add mod ord">
          <ac:chgData name="Kolk Raphael (XC-DX/ESP2)" userId="1eb8a498-266c-478d-97a2-726c2037cca5" providerId="ADAL" clId="{148B4DE0-2893-4D57-AEB5-529CE38FB6D0}" dt="2023-09-19T13:57:46.509" v="2173" actId="242"/>
          <ac:spMkLst>
            <pc:docMk/>
            <pc:sldMk cId="2985779110" sldId="344"/>
            <ac:spMk id="6" creationId="{F565EA77-57F0-B2D7-F494-6897AD89A03C}"/>
          </ac:spMkLst>
        </pc:spChg>
      </pc:sldChg>
      <pc:sldMasterChg chg="modSp mod">
        <pc:chgData name="Kolk Raphael (XC-DX/ESP2)" userId="1eb8a498-266c-478d-97a2-726c2037cca5" providerId="ADAL" clId="{148B4DE0-2893-4D57-AEB5-529CE38FB6D0}" dt="2023-09-19T13:45:44.220" v="2111" actId="20577"/>
        <pc:sldMasterMkLst>
          <pc:docMk/>
          <pc:sldMasterMk cId="851553184" sldId="2147483708"/>
        </pc:sldMasterMkLst>
        <pc:spChg chg="mod">
          <ac:chgData name="Kolk Raphael (XC-DX/ESP2)" userId="1eb8a498-266c-478d-97a2-726c2037cca5" providerId="ADAL" clId="{148B4DE0-2893-4D57-AEB5-529CE38FB6D0}" dt="2023-09-19T13:45:36.861" v="2109" actId="20577"/>
          <ac:spMkLst>
            <pc:docMk/>
            <pc:sldMasterMk cId="851553184" sldId="2147483708"/>
            <ac:spMk id="5" creationId="{C4A0DCBC-1EFB-43C4-AF00-AB85781F48E7}"/>
          </ac:spMkLst>
        </pc:spChg>
        <pc:spChg chg="mod">
          <ac:chgData name="Kolk Raphael (XC-DX/ESP2)" userId="1eb8a498-266c-478d-97a2-726c2037cca5" providerId="ADAL" clId="{148B4DE0-2893-4D57-AEB5-529CE38FB6D0}" dt="2023-09-19T13:45:44.220" v="2111" actId="20577"/>
          <ac:spMkLst>
            <pc:docMk/>
            <pc:sldMasterMk cId="851553184" sldId="2147483708"/>
            <ac:spMk id="8" creationId="{C3D77AD5-379C-4A86-AFCF-32945A0FEE26}"/>
          </ac:spMkLst>
        </pc:spChg>
      </pc:sldMasterChg>
    </pc:docChg>
  </pc:docChgLst>
  <pc:docChgLst>
    <pc:chgData name="Schrader Sophie (XC-AS/EDP2 XC-AS/ECB1)" userId="6f4ce1ed-facf-4ad0-865d-953d0941cca8" providerId="ADAL" clId="{0254A31E-86F5-4FB1-BDAC-FF0D1BD0FAB1}"/>
    <pc:docChg chg="custSel addSld delSld modSld sldOrd">
      <pc:chgData name="Schrader Sophie (XC-AS/EDP2 XC-AS/ECB1)" userId="6f4ce1ed-facf-4ad0-865d-953d0941cca8" providerId="ADAL" clId="{0254A31E-86F5-4FB1-BDAC-FF0D1BD0FAB1}" dt="2025-06-04T08:38:46.002" v="279" actId="1076"/>
      <pc:docMkLst>
        <pc:docMk/>
      </pc:docMkLst>
      <pc:sldChg chg="mod ord modShow">
        <pc:chgData name="Schrader Sophie (XC-AS/EDP2 XC-AS/ECB1)" userId="6f4ce1ed-facf-4ad0-865d-953d0941cca8" providerId="ADAL" clId="{0254A31E-86F5-4FB1-BDAC-FF0D1BD0FAB1}" dt="2025-06-04T07:57:03.912" v="48"/>
        <pc:sldMkLst>
          <pc:docMk/>
          <pc:sldMk cId="849038993" sldId="269"/>
        </pc:sldMkLst>
      </pc:sldChg>
      <pc:sldChg chg="ord">
        <pc:chgData name="Schrader Sophie (XC-AS/EDP2 XC-AS/ECB1)" userId="6f4ce1ed-facf-4ad0-865d-953d0941cca8" providerId="ADAL" clId="{0254A31E-86F5-4FB1-BDAC-FF0D1BD0FAB1}" dt="2025-06-04T07:57:03.912" v="48"/>
        <pc:sldMkLst>
          <pc:docMk/>
          <pc:sldMk cId="3654332414" sldId="270"/>
        </pc:sldMkLst>
      </pc:sldChg>
      <pc:sldChg chg="ord">
        <pc:chgData name="Schrader Sophie (XC-AS/EDP2 XC-AS/ECB1)" userId="6f4ce1ed-facf-4ad0-865d-953d0941cca8" providerId="ADAL" clId="{0254A31E-86F5-4FB1-BDAC-FF0D1BD0FAB1}" dt="2025-06-04T07:57:03.912" v="48"/>
        <pc:sldMkLst>
          <pc:docMk/>
          <pc:sldMk cId="899438298" sldId="271"/>
        </pc:sldMkLst>
      </pc:sldChg>
      <pc:sldChg chg="modSp del mod modShow">
        <pc:chgData name="Schrader Sophie (XC-AS/EDP2 XC-AS/ECB1)" userId="6f4ce1ed-facf-4ad0-865d-953d0941cca8" providerId="ADAL" clId="{0254A31E-86F5-4FB1-BDAC-FF0D1BD0FAB1}" dt="2025-06-04T07:33:53.852" v="25" actId="2696"/>
        <pc:sldMkLst>
          <pc:docMk/>
          <pc:sldMk cId="1452803556" sldId="347"/>
        </pc:sldMkLst>
        <pc:spChg chg="mod">
          <ac:chgData name="Schrader Sophie (XC-AS/EDP2 XC-AS/ECB1)" userId="6f4ce1ed-facf-4ad0-865d-953d0941cca8" providerId="ADAL" clId="{0254A31E-86F5-4FB1-BDAC-FF0D1BD0FAB1}" dt="2025-06-04T05:20:31.455" v="23" actId="20577"/>
          <ac:spMkLst>
            <pc:docMk/>
            <pc:sldMk cId="1452803556" sldId="347"/>
            <ac:spMk id="2" creationId="{68F76C6C-127F-5B0E-A073-1D9F97F1699D}"/>
          </ac:spMkLst>
        </pc:spChg>
        <pc:spChg chg="mod">
          <ac:chgData name="Schrader Sophie (XC-AS/EDP2 XC-AS/ECB1)" userId="6f4ce1ed-facf-4ad0-865d-953d0941cca8" providerId="ADAL" clId="{0254A31E-86F5-4FB1-BDAC-FF0D1BD0FAB1}" dt="2025-06-04T05:20:13.808" v="15" actId="20577"/>
          <ac:spMkLst>
            <pc:docMk/>
            <pc:sldMk cId="1452803556" sldId="347"/>
            <ac:spMk id="3" creationId="{367119D2-038A-C41A-7806-3FD1C02148E0}"/>
          </ac:spMkLst>
        </pc:spChg>
      </pc:sldChg>
      <pc:sldChg chg="ord">
        <pc:chgData name="Schrader Sophie (XC-AS/EDP2 XC-AS/ECB1)" userId="6f4ce1ed-facf-4ad0-865d-953d0941cca8" providerId="ADAL" clId="{0254A31E-86F5-4FB1-BDAC-FF0D1BD0FAB1}" dt="2025-06-04T07:57:03.912" v="48"/>
        <pc:sldMkLst>
          <pc:docMk/>
          <pc:sldMk cId="2463594899" sldId="348"/>
        </pc:sldMkLst>
      </pc:sldChg>
      <pc:sldChg chg="mod ord modShow">
        <pc:chgData name="Schrader Sophie (XC-AS/EDP2 XC-AS/ECB1)" userId="6f4ce1ed-facf-4ad0-865d-953d0941cca8" providerId="ADAL" clId="{0254A31E-86F5-4FB1-BDAC-FF0D1BD0FAB1}" dt="2025-06-04T07:57:03.912" v="48"/>
        <pc:sldMkLst>
          <pc:docMk/>
          <pc:sldMk cId="145308253" sldId="349"/>
        </pc:sldMkLst>
      </pc:sldChg>
      <pc:sldChg chg="modSp mod ord">
        <pc:chgData name="Schrader Sophie (XC-AS/EDP2 XC-AS/ECB1)" userId="6f4ce1ed-facf-4ad0-865d-953d0941cca8" providerId="ADAL" clId="{0254A31E-86F5-4FB1-BDAC-FF0D1BD0FAB1}" dt="2025-06-04T07:43:58.662" v="42"/>
        <pc:sldMkLst>
          <pc:docMk/>
          <pc:sldMk cId="1789377159" sldId="358"/>
        </pc:sldMkLst>
        <pc:picChg chg="mod">
          <ac:chgData name="Schrader Sophie (XC-AS/EDP2 XC-AS/ECB1)" userId="6f4ce1ed-facf-4ad0-865d-953d0941cca8" providerId="ADAL" clId="{0254A31E-86F5-4FB1-BDAC-FF0D1BD0FAB1}" dt="2025-06-03T20:37:57.126" v="3" actId="1076"/>
          <ac:picMkLst>
            <pc:docMk/>
            <pc:sldMk cId="1789377159" sldId="358"/>
            <ac:picMk id="15" creationId="{7A7E2EFD-71D9-9F54-ACD8-B7692CC25F5D}"/>
          </ac:picMkLst>
        </pc:picChg>
      </pc:sldChg>
      <pc:sldChg chg="ord">
        <pc:chgData name="Schrader Sophie (XC-AS/EDP2 XC-AS/ECB1)" userId="6f4ce1ed-facf-4ad0-865d-953d0941cca8" providerId="ADAL" clId="{0254A31E-86F5-4FB1-BDAC-FF0D1BD0FAB1}" dt="2025-06-04T07:43:58.662" v="42"/>
        <pc:sldMkLst>
          <pc:docMk/>
          <pc:sldMk cId="929183975" sldId="359"/>
        </pc:sldMkLst>
      </pc:sldChg>
      <pc:sldChg chg="add">
        <pc:chgData name="Schrader Sophie (XC-AS/EDP2 XC-AS/ECB1)" userId="6f4ce1ed-facf-4ad0-865d-953d0941cca8" providerId="ADAL" clId="{0254A31E-86F5-4FB1-BDAC-FF0D1BD0FAB1}" dt="2025-06-04T05:20:03.117" v="4"/>
        <pc:sldMkLst>
          <pc:docMk/>
          <pc:sldMk cId="494599582" sldId="360"/>
        </pc:sldMkLst>
      </pc:sldChg>
      <pc:sldChg chg="del">
        <pc:chgData name="Schrader Sophie (XC-AS/EDP2 XC-AS/ECB1)" userId="6f4ce1ed-facf-4ad0-865d-953d0941cca8" providerId="ADAL" clId="{0254A31E-86F5-4FB1-BDAC-FF0D1BD0FAB1}" dt="2025-06-04T07:35:27.821" v="35" actId="2696"/>
        <pc:sldMkLst>
          <pc:docMk/>
          <pc:sldMk cId="3387575357" sldId="361"/>
        </pc:sldMkLst>
      </pc:sldChg>
      <pc:sldChg chg="modSp add mod ord">
        <pc:chgData name="Schrader Sophie (XC-AS/EDP2 XC-AS/ECB1)" userId="6f4ce1ed-facf-4ad0-865d-953d0941cca8" providerId="ADAL" clId="{0254A31E-86F5-4FB1-BDAC-FF0D1BD0FAB1}" dt="2025-06-04T08:38:19.810" v="276" actId="1076"/>
        <pc:sldMkLst>
          <pc:docMk/>
          <pc:sldMk cId="307145852" sldId="365"/>
        </pc:sldMkLst>
        <pc:spChg chg="mod">
          <ac:chgData name="Schrader Sophie (XC-AS/EDP2 XC-AS/ECB1)" userId="6f4ce1ed-facf-4ad0-865d-953d0941cca8" providerId="ADAL" clId="{0254A31E-86F5-4FB1-BDAC-FF0D1BD0FAB1}" dt="2025-06-04T08:38:04.342" v="275" actId="20577"/>
          <ac:spMkLst>
            <pc:docMk/>
            <pc:sldMk cId="307145852" sldId="365"/>
            <ac:spMk id="6" creationId="{63DDD36E-44FA-7A37-D482-B728C8120074}"/>
          </ac:spMkLst>
        </pc:spChg>
        <pc:cxnChg chg="mod">
          <ac:chgData name="Schrader Sophie (XC-AS/EDP2 XC-AS/ECB1)" userId="6f4ce1ed-facf-4ad0-865d-953d0941cca8" providerId="ADAL" clId="{0254A31E-86F5-4FB1-BDAC-FF0D1BD0FAB1}" dt="2025-06-04T08:38:19.810" v="276" actId="1076"/>
          <ac:cxnSpMkLst>
            <pc:docMk/>
            <pc:sldMk cId="307145852" sldId="365"/>
            <ac:cxnSpMk id="8" creationId="{CF02B0E0-4323-B7B9-E741-1C5F3C2F994B}"/>
          </ac:cxnSpMkLst>
        </pc:cxnChg>
      </pc:sldChg>
      <pc:sldChg chg="modSp add del mod">
        <pc:chgData name="Schrader Sophie (XC-AS/EDP2 XC-AS/ECB1)" userId="6f4ce1ed-facf-4ad0-865d-953d0941cca8" providerId="ADAL" clId="{0254A31E-86F5-4FB1-BDAC-FF0D1BD0FAB1}" dt="2025-06-04T07:35:49.326" v="40" actId="2696"/>
        <pc:sldMkLst>
          <pc:docMk/>
          <pc:sldMk cId="721503023" sldId="379"/>
        </pc:sldMkLst>
        <pc:spChg chg="mod">
          <ac:chgData name="Schrader Sophie (XC-AS/EDP2 XC-AS/ECB1)" userId="6f4ce1ed-facf-4ad0-865d-953d0941cca8" providerId="ADAL" clId="{0254A31E-86F5-4FB1-BDAC-FF0D1BD0FAB1}" dt="2025-06-04T07:34:27.190" v="28" actId="1076"/>
          <ac:spMkLst>
            <pc:docMk/>
            <pc:sldMk cId="721503023" sldId="379"/>
            <ac:spMk id="30" creationId="{6C8E82C2-517E-1776-4A6B-AFFF1DF1F6B9}"/>
          </ac:spMkLst>
        </pc:spChg>
        <pc:cxnChg chg="mod">
          <ac:chgData name="Schrader Sophie (XC-AS/EDP2 XC-AS/ECB1)" userId="6f4ce1ed-facf-4ad0-865d-953d0941cca8" providerId="ADAL" clId="{0254A31E-86F5-4FB1-BDAC-FF0D1BD0FAB1}" dt="2025-06-04T07:34:22.814" v="27" actId="1076"/>
          <ac:cxnSpMkLst>
            <pc:docMk/>
            <pc:sldMk cId="721503023" sldId="379"/>
            <ac:cxnSpMk id="24" creationId="{54D9627F-DACC-58F2-04DA-8A0B0316267B}"/>
          </ac:cxnSpMkLst>
        </pc:cxnChg>
      </pc:sldChg>
      <pc:sldChg chg="add del">
        <pc:chgData name="Schrader Sophie (XC-AS/EDP2 XC-AS/ECB1)" userId="6f4ce1ed-facf-4ad0-865d-953d0941cca8" providerId="ADAL" clId="{0254A31E-86F5-4FB1-BDAC-FF0D1BD0FAB1}" dt="2025-06-04T07:35:27.821" v="35" actId="2696"/>
        <pc:sldMkLst>
          <pc:docMk/>
          <pc:sldMk cId="588976011" sldId="380"/>
        </pc:sldMkLst>
      </pc:sldChg>
      <pc:sldChg chg="delSp modSp add del mod ord">
        <pc:chgData name="Schrader Sophie (XC-AS/EDP2 XC-AS/ECB1)" userId="6f4ce1ed-facf-4ad0-865d-953d0941cca8" providerId="ADAL" clId="{0254A31E-86F5-4FB1-BDAC-FF0D1BD0FAB1}" dt="2025-06-04T08:05:00.097" v="223" actId="2696"/>
        <pc:sldMkLst>
          <pc:docMk/>
          <pc:sldMk cId="3591316420" sldId="384"/>
        </pc:sldMkLst>
        <pc:spChg chg="del mod">
          <ac:chgData name="Schrader Sophie (XC-AS/EDP2 XC-AS/ECB1)" userId="6f4ce1ed-facf-4ad0-865d-953d0941cca8" providerId="ADAL" clId="{0254A31E-86F5-4FB1-BDAC-FF0D1BD0FAB1}" dt="2025-06-04T07:35:45.461" v="38" actId="478"/>
          <ac:spMkLst>
            <pc:docMk/>
            <pc:sldMk cId="3591316420" sldId="384"/>
            <ac:spMk id="12" creationId="{A67D61E6-5A79-E700-4D92-B7D97C1A5EC0}"/>
          </ac:spMkLst>
        </pc:spChg>
        <pc:spChg chg="mod">
          <ac:chgData name="Schrader Sophie (XC-AS/EDP2 XC-AS/ECB1)" userId="6f4ce1ed-facf-4ad0-865d-953d0941cca8" providerId="ADAL" clId="{0254A31E-86F5-4FB1-BDAC-FF0D1BD0FAB1}" dt="2025-06-04T07:35:04.007" v="31" actId="1076"/>
          <ac:spMkLst>
            <pc:docMk/>
            <pc:sldMk cId="3591316420" sldId="384"/>
            <ac:spMk id="30" creationId="{6C8E82C2-517E-1776-4A6B-AFFF1DF1F6B9}"/>
          </ac:spMkLst>
        </pc:spChg>
        <pc:cxnChg chg="del mod">
          <ac:chgData name="Schrader Sophie (XC-AS/EDP2 XC-AS/ECB1)" userId="6f4ce1ed-facf-4ad0-865d-953d0941cca8" providerId="ADAL" clId="{0254A31E-86F5-4FB1-BDAC-FF0D1BD0FAB1}" dt="2025-06-04T07:35:46.101" v="39" actId="478"/>
          <ac:cxnSpMkLst>
            <pc:docMk/>
            <pc:sldMk cId="3591316420" sldId="384"/>
            <ac:cxnSpMk id="11" creationId="{63755362-62A6-8389-FFF2-22F281DD20D4}"/>
          </ac:cxnSpMkLst>
        </pc:cxnChg>
        <pc:cxnChg chg="mod">
          <ac:chgData name="Schrader Sophie (XC-AS/EDP2 XC-AS/ECB1)" userId="6f4ce1ed-facf-4ad0-865d-953d0941cca8" providerId="ADAL" clId="{0254A31E-86F5-4FB1-BDAC-FF0D1BD0FAB1}" dt="2025-06-04T07:35:08.308" v="32" actId="1076"/>
          <ac:cxnSpMkLst>
            <pc:docMk/>
            <pc:sldMk cId="3591316420" sldId="384"/>
            <ac:cxnSpMk id="24" creationId="{54D9627F-DACC-58F2-04DA-8A0B0316267B}"/>
          </ac:cxnSpMkLst>
        </pc:cxnChg>
      </pc:sldChg>
      <pc:sldChg chg="addSp delSp modSp add mod ord">
        <pc:chgData name="Schrader Sophie (XC-AS/EDP2 XC-AS/ECB1)" userId="6f4ce1ed-facf-4ad0-865d-953d0941cca8" providerId="ADAL" clId="{0254A31E-86F5-4FB1-BDAC-FF0D1BD0FAB1}" dt="2025-06-04T08:04:56.940" v="222" actId="478"/>
        <pc:sldMkLst>
          <pc:docMk/>
          <pc:sldMk cId="2297397791" sldId="385"/>
        </pc:sldMkLst>
        <pc:spChg chg="del mod">
          <ac:chgData name="Schrader Sophie (XC-AS/EDP2 XC-AS/ECB1)" userId="6f4ce1ed-facf-4ad0-865d-953d0941cca8" providerId="ADAL" clId="{0254A31E-86F5-4FB1-BDAC-FF0D1BD0FAB1}" dt="2025-06-04T08:04:55.590" v="220" actId="478"/>
          <ac:spMkLst>
            <pc:docMk/>
            <pc:sldMk cId="2297397791" sldId="385"/>
            <ac:spMk id="12" creationId="{A67D61E6-5A79-E700-4D92-B7D97C1A5EC0}"/>
          </ac:spMkLst>
        </pc:spChg>
        <pc:spChg chg="mod">
          <ac:chgData name="Schrader Sophie (XC-AS/EDP2 XC-AS/ECB1)" userId="6f4ce1ed-facf-4ad0-865d-953d0941cca8" providerId="ADAL" clId="{0254A31E-86F5-4FB1-BDAC-FF0D1BD0FAB1}" dt="2025-06-04T08:00:57.368" v="51" actId="12"/>
          <ac:spMkLst>
            <pc:docMk/>
            <pc:sldMk cId="2297397791" sldId="385"/>
            <ac:spMk id="28" creationId="{087037CE-B724-B709-7A0C-911474487726}"/>
          </ac:spMkLst>
        </pc:spChg>
        <pc:picChg chg="add del mod">
          <ac:chgData name="Schrader Sophie (XC-AS/EDP2 XC-AS/ECB1)" userId="6f4ce1ed-facf-4ad0-865d-953d0941cca8" providerId="ADAL" clId="{0254A31E-86F5-4FB1-BDAC-FF0D1BD0FAB1}" dt="2025-06-04T08:04:56.940" v="222" actId="478"/>
          <ac:picMkLst>
            <pc:docMk/>
            <pc:sldMk cId="2297397791" sldId="385"/>
            <ac:picMk id="5" creationId="{4C7DBA51-2634-D02D-95C2-78CB07770C75}"/>
          </ac:picMkLst>
        </pc:picChg>
        <pc:cxnChg chg="del">
          <ac:chgData name="Schrader Sophie (XC-AS/EDP2 XC-AS/ECB1)" userId="6f4ce1ed-facf-4ad0-865d-953d0941cca8" providerId="ADAL" clId="{0254A31E-86F5-4FB1-BDAC-FF0D1BD0FAB1}" dt="2025-06-04T08:04:56.215" v="221" actId="478"/>
          <ac:cxnSpMkLst>
            <pc:docMk/>
            <pc:sldMk cId="2297397791" sldId="385"/>
            <ac:cxnSpMk id="11" creationId="{63755362-62A6-8389-FFF2-22F281DD20D4}"/>
          </ac:cxnSpMkLst>
        </pc:cxnChg>
      </pc:sldChg>
      <pc:sldChg chg="modSp add mod">
        <pc:chgData name="Schrader Sophie (XC-AS/EDP2 XC-AS/ECB1)" userId="6f4ce1ed-facf-4ad0-865d-953d0941cca8" providerId="ADAL" clId="{0254A31E-86F5-4FB1-BDAC-FF0D1BD0FAB1}" dt="2025-06-04T08:38:46.002" v="279" actId="1076"/>
        <pc:sldMkLst>
          <pc:docMk/>
          <pc:sldMk cId="3134747191" sldId="386"/>
        </pc:sldMkLst>
        <pc:spChg chg="mod">
          <ac:chgData name="Schrader Sophie (XC-AS/EDP2 XC-AS/ECB1)" userId="6f4ce1ed-facf-4ad0-865d-953d0941cca8" providerId="ADAL" clId="{0254A31E-86F5-4FB1-BDAC-FF0D1BD0FAB1}" dt="2025-06-04T08:38:42.465" v="278" actId="255"/>
          <ac:spMkLst>
            <pc:docMk/>
            <pc:sldMk cId="3134747191" sldId="386"/>
            <ac:spMk id="12" creationId="{A67D61E6-5A79-E700-4D92-B7D97C1A5EC0}"/>
          </ac:spMkLst>
        </pc:spChg>
        <pc:picChg chg="mod">
          <ac:chgData name="Schrader Sophie (XC-AS/EDP2 XC-AS/ECB1)" userId="6f4ce1ed-facf-4ad0-865d-953d0941cca8" providerId="ADAL" clId="{0254A31E-86F5-4FB1-BDAC-FF0D1BD0FAB1}" dt="2025-06-04T08:38:46.002" v="279" actId="1076"/>
          <ac:picMkLst>
            <pc:docMk/>
            <pc:sldMk cId="3134747191" sldId="386"/>
            <ac:picMk id="5" creationId="{4C7DBA51-2634-D02D-95C2-78CB07770C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XC-DX/ESP2 | 20.09.2023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2023.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9200" y="374609"/>
            <a:ext cx="9874800" cy="5205600"/>
          </a:xfrm>
        </p:spPr>
        <p:txBody>
          <a:bodyPr/>
          <a:lstStyle/>
          <a:p>
            <a:pPr algn="ctr"/>
            <a:r>
              <a:rPr lang="en-GB" sz="5000" dirty="0"/>
              <a:t>Object Type Classification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feld 2"/>
          <p:cNvSpPr txBox="1"/>
          <p:nvPr/>
        </p:nvSpPr>
        <p:spPr>
          <a:xfrm>
            <a:off x="330145" y="1802878"/>
            <a:ext cx="9972872" cy="27069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 Federated Learning Approach</a:t>
            </a:r>
          </a:p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-DeepLoc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330145" y="3180661"/>
            <a:ext cx="5542511" cy="51765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3015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6699" y="835745"/>
            <a:ext cx="5315977" cy="388800"/>
          </a:xfrm>
        </p:spPr>
        <p:txBody>
          <a:bodyPr/>
          <a:lstStyle/>
          <a:p>
            <a:r>
              <a:rPr lang="en-GB" sz="2400" dirty="0"/>
              <a:t>Federated Learning (FL) Framework</a:t>
            </a:r>
            <a:endParaRPr lang="en-US" sz="24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266700" y="201508"/>
            <a:ext cx="10450800" cy="388800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>
              <a:spcAft>
                <a:spcPts val="1000"/>
              </a:spcAft>
            </a:pPr>
            <a:r>
              <a:rPr lang="en-US" dirty="0"/>
              <a:t>Federated Learning Framework to DeepLoc and its Challenges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266699" y="1235302"/>
            <a:ext cx="5636951" cy="1985098"/>
          </a:xfrm>
        </p:spPr>
        <p:txBody>
          <a:bodyPr/>
          <a:lstStyle/>
          <a:p>
            <a:r>
              <a:rPr lang="en-GB" dirty="0"/>
              <a:t>Server</a:t>
            </a:r>
          </a:p>
          <a:p>
            <a:pPr lvl="1"/>
            <a:r>
              <a:rPr lang="en-GB" dirty="0"/>
              <a:t>Performs client selection and global model orchestration</a:t>
            </a:r>
          </a:p>
          <a:p>
            <a:pPr lvl="1"/>
            <a:r>
              <a:rPr lang="en-GB" dirty="0"/>
              <a:t>Intelligently aggregates the model parameters</a:t>
            </a:r>
          </a:p>
          <a:p>
            <a:r>
              <a:rPr lang="en-GB" dirty="0"/>
              <a:t>Clients</a:t>
            </a:r>
          </a:p>
          <a:p>
            <a:pPr lvl="1"/>
            <a:r>
              <a:rPr lang="en-GB" dirty="0"/>
              <a:t>Receives the global model and performs local training</a:t>
            </a:r>
          </a:p>
          <a:p>
            <a:pPr lvl="1"/>
            <a:r>
              <a:rPr lang="en-GB" dirty="0"/>
              <a:t>Sends the updated local model parameters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2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DF7EE5D-1ED4-CEF6-B602-4DAF30F7D8BE}"/>
              </a:ext>
            </a:extLst>
          </p:cNvPr>
          <p:cNvSpPr txBox="1">
            <a:spLocks/>
          </p:cNvSpPr>
          <p:nvPr/>
        </p:nvSpPr>
        <p:spPr>
          <a:xfrm>
            <a:off x="266700" y="3355670"/>
            <a:ext cx="4616018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28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2400" dirty="0"/>
              <a:t>Challenges to DeepLoc via FL</a:t>
            </a:r>
            <a:endParaRPr lang="en-US" sz="2400" dirty="0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AA62711D-BEBD-2D3C-FAE2-7F630EB403EE}"/>
              </a:ext>
            </a:extLst>
          </p:cNvPr>
          <p:cNvSpPr txBox="1">
            <a:spLocks/>
          </p:cNvSpPr>
          <p:nvPr/>
        </p:nvSpPr>
        <p:spPr>
          <a:xfrm>
            <a:off x="266700" y="3859420"/>
            <a:ext cx="5716850" cy="17692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GB" sz="1700" dirty="0"/>
              <a:t>The DeepLoc pipeline sequentially trains two models</a:t>
            </a:r>
          </a:p>
          <a:p>
            <a:pPr lvl="1" fontAlgn="auto">
              <a:spcAft>
                <a:spcPts val="0"/>
              </a:spcAft>
            </a:pPr>
            <a:r>
              <a:rPr lang="en-GB" dirty="0"/>
              <a:t>DeepLoc and ConfidNet</a:t>
            </a:r>
          </a:p>
          <a:p>
            <a:pPr fontAlgn="auto">
              <a:spcAft>
                <a:spcPts val="0"/>
              </a:spcAft>
            </a:pPr>
            <a:r>
              <a:rPr lang="en-GB" sz="1700" dirty="0"/>
              <a:t>Which model’s parameter to be sent to server?</a:t>
            </a:r>
          </a:p>
          <a:p>
            <a:pPr fontAlgn="auto">
              <a:spcAft>
                <a:spcPts val="0"/>
              </a:spcAft>
            </a:pPr>
            <a:r>
              <a:rPr lang="en-GB" sz="1700" dirty="0"/>
              <a:t>How to perform aggregation at the server?</a:t>
            </a:r>
          </a:p>
          <a:p>
            <a:pPr fontAlgn="auto">
              <a:spcAft>
                <a:spcPts val="0"/>
              </a:spcAft>
            </a:pPr>
            <a:r>
              <a:rPr lang="en-GB" sz="1700" dirty="0"/>
              <a:t>What could be the model splitting strategy at the client?</a:t>
            </a:r>
          </a:p>
          <a:p>
            <a:pPr lvl="1" fontAlgn="auto">
              <a:spcAft>
                <a:spcPts val="0"/>
              </a:spcAft>
            </a:pP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15C21-66C1-A38B-4FA1-2CDCD2A528CD}"/>
              </a:ext>
            </a:extLst>
          </p:cNvPr>
          <p:cNvSpPr txBox="1"/>
          <p:nvPr/>
        </p:nvSpPr>
        <p:spPr>
          <a:xfrm>
            <a:off x="6400801" y="4965381"/>
            <a:ext cx="33468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Figure 1: The Federated Learning  Framework 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6AD91A-2AFE-7781-51CA-DF2D04F1D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432" y="994090"/>
            <a:ext cx="5315977" cy="384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9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FC81-788A-A974-F97A-783DC560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1B6B6F-9055-AB37-46E2-78D95A4857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0" y="201508"/>
            <a:ext cx="10450800" cy="388800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>
              <a:spcAft>
                <a:spcPts val="1000"/>
              </a:spcAft>
            </a:pPr>
            <a:r>
              <a:rPr lang="en-US" dirty="0"/>
              <a:t>Proposed Federated Learning Pipeline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26BCAD-869A-AD39-069A-1F599DD7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3D65BC-8454-E3BB-C522-D7BBDADAEA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01" y="519284"/>
            <a:ext cx="10004774" cy="3539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20E7C5-21B8-BA9D-CCCD-4CD98134276D}"/>
              </a:ext>
            </a:extLst>
          </p:cNvPr>
          <p:cNvSpPr txBox="1"/>
          <p:nvPr/>
        </p:nvSpPr>
        <p:spPr>
          <a:xfrm>
            <a:off x="3397981" y="3878953"/>
            <a:ext cx="5450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Figure 2: The Proposed Federated Learning Framework for </a:t>
            </a:r>
            <a:r>
              <a:rPr lang="en-GB" sz="1200" dirty="0" err="1"/>
              <a:t>DeepLoC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F11F0E7-0578-0780-A46E-09CDDE4EB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56" y="4286346"/>
            <a:ext cx="2206420" cy="14677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BD8512-7A4E-5E7C-DB18-F4B01E196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052" y="4286346"/>
            <a:ext cx="2164038" cy="14677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4EC8AA-9B70-B815-E228-347C6E3CC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633" y="4302967"/>
            <a:ext cx="2307165" cy="14510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7656DEA-40C6-EA53-E56A-10A208A95B03}"/>
              </a:ext>
            </a:extLst>
          </p:cNvPr>
          <p:cNvSpPr txBox="1"/>
          <p:nvPr/>
        </p:nvSpPr>
        <p:spPr>
          <a:xfrm>
            <a:off x="7269798" y="5512829"/>
            <a:ext cx="2051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Figure 3: Dataset Statistics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4742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7DD8-7CEC-2806-6E69-E3B55E1F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10983C-3A63-99B7-8785-BB15E95550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0" y="201507"/>
            <a:ext cx="10450800" cy="526461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>
              <a:spcAft>
                <a:spcPts val="1000"/>
              </a:spcAft>
            </a:pPr>
            <a:r>
              <a:rPr lang="en-US" dirty="0"/>
              <a:t>The Model Architecture Comparison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2F5FA8-9586-5597-7898-C07B8B5C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558896"/>
            <a:ext cx="288290" cy="410210"/>
          </a:xfrm>
        </p:spPr>
        <p:txBody>
          <a:bodyPr/>
          <a:lstStyle/>
          <a:p>
            <a:r>
              <a:rPr lang="en-US" noProof="1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8B80FB-FB64-6BDE-A875-8A86D81A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8" y="1207364"/>
            <a:ext cx="5263370" cy="29049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8F12E8-45AD-7885-1BC9-6116F1CEFD49}"/>
              </a:ext>
            </a:extLst>
          </p:cNvPr>
          <p:cNvSpPr txBox="1"/>
          <p:nvPr/>
        </p:nvSpPr>
        <p:spPr>
          <a:xfrm>
            <a:off x="854050" y="4188261"/>
            <a:ext cx="3841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Figure 4: DeepLoc Architecture (Before) 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C2F8A-44DB-3072-D9DF-E8E8C0E54044}"/>
              </a:ext>
            </a:extLst>
          </p:cNvPr>
          <p:cNvSpPr txBox="1"/>
          <p:nvPr/>
        </p:nvSpPr>
        <p:spPr>
          <a:xfrm>
            <a:off x="6274031" y="4188261"/>
            <a:ext cx="3942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Figure 5: DeepLoc Architecture (After FL) 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39660E-8707-53AF-1DDA-79928FE3E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723" y="1207363"/>
            <a:ext cx="5263370" cy="29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0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8C5-BD28-E087-E447-C6F9F17F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2300E1-EA01-7959-FD77-56C9F6F67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0" y="201507"/>
            <a:ext cx="10450800" cy="526461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>
              <a:spcAft>
                <a:spcPts val="1000"/>
              </a:spcAft>
            </a:pPr>
            <a:r>
              <a:rPr lang="en-US" dirty="0"/>
              <a:t>The Model Architecture Comparison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43094-D013-A979-6ABE-FFD13300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558896"/>
            <a:ext cx="288290" cy="410210"/>
          </a:xfrm>
        </p:spPr>
        <p:txBody>
          <a:bodyPr/>
          <a:lstStyle/>
          <a:p>
            <a:r>
              <a:rPr lang="en-US" noProof="1"/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5884CF-7381-08E1-4866-59E23FA12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5" y="727968"/>
            <a:ext cx="5128825" cy="340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B65F16-DE57-33D1-DCF1-28E95983C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250" y="727968"/>
            <a:ext cx="5128825" cy="34077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B4F259-4ADE-98C5-C00F-A4CD476C06FF}"/>
              </a:ext>
            </a:extLst>
          </p:cNvPr>
          <p:cNvSpPr txBox="1"/>
          <p:nvPr/>
        </p:nvSpPr>
        <p:spPr>
          <a:xfrm>
            <a:off x="974837" y="4248765"/>
            <a:ext cx="3961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Figure 6: ConfidNet Architecture (Before) 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3F55ED-0012-3F94-3EA2-F6DD5AEBECA1}"/>
              </a:ext>
            </a:extLst>
          </p:cNvPr>
          <p:cNvSpPr txBox="1"/>
          <p:nvPr/>
        </p:nvSpPr>
        <p:spPr>
          <a:xfrm>
            <a:off x="6237828" y="4248765"/>
            <a:ext cx="4060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Figure 7: ConfidNet Architecture (After FL)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860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928D-7D47-6093-9E80-CB8681E3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D80BCD-BDFD-ABDA-0BB3-9E95207493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14551" y="1016392"/>
            <a:ext cx="3585387" cy="276365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>
              <a:spcAft>
                <a:spcPts val="1000"/>
              </a:spcAft>
            </a:pPr>
            <a:r>
              <a:rPr lang="en-US" sz="1400" dirty="0"/>
              <a:t>Figure 8: Confusion Matrix on Test Dataset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A3B2C-F16F-381F-0451-92EBFDD7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558896"/>
            <a:ext cx="288290" cy="410210"/>
          </a:xfrm>
        </p:spPr>
        <p:txBody>
          <a:bodyPr/>
          <a:lstStyle/>
          <a:p>
            <a:r>
              <a:rPr lang="en-US" noProof="1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FA6E8-2470-F4BD-9100-73CB32E5AC59}"/>
              </a:ext>
            </a:extLst>
          </p:cNvPr>
          <p:cNvSpPr txBox="1"/>
          <p:nvPr/>
        </p:nvSpPr>
        <p:spPr>
          <a:xfrm>
            <a:off x="346229" y="612556"/>
            <a:ext cx="5353236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Both"/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Overall Evaluation of Federated ConfidNet Model: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7ACE2-D739-5BFA-9FD9-62770EB27E76}"/>
              </a:ext>
            </a:extLst>
          </p:cNvPr>
          <p:cNvSpPr txBox="1"/>
          <p:nvPr/>
        </p:nvSpPr>
        <p:spPr>
          <a:xfrm>
            <a:off x="710349" y="931825"/>
            <a:ext cx="241015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 Accuracy:</a:t>
            </a: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0.8294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64731F2-81E0-516E-8C8A-DA39DB97F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65896"/>
              </p:ext>
            </p:extLst>
          </p:nvPr>
        </p:nvGraphicFramePr>
        <p:xfrm>
          <a:off x="898098" y="1326292"/>
          <a:ext cx="3511885" cy="131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343">
                  <a:extLst>
                    <a:ext uri="{9D8B030D-6E8A-4147-A177-3AD203B41FA5}">
                      <a16:colId xmlns:a16="http://schemas.microsoft.com/office/drawing/2014/main" val="2347970325"/>
                    </a:ext>
                  </a:extLst>
                </a:gridCol>
                <a:gridCol w="1125347">
                  <a:extLst>
                    <a:ext uri="{9D8B030D-6E8A-4147-A177-3AD203B41FA5}">
                      <a16:colId xmlns:a16="http://schemas.microsoft.com/office/drawing/2014/main" val="2176596573"/>
                    </a:ext>
                  </a:extLst>
                </a:gridCol>
                <a:gridCol w="1424195">
                  <a:extLst>
                    <a:ext uri="{9D8B030D-6E8A-4147-A177-3AD203B41FA5}">
                      <a16:colId xmlns:a16="http://schemas.microsoft.com/office/drawing/2014/main" val="1592196864"/>
                    </a:ext>
                  </a:extLst>
                </a:gridCol>
              </a:tblGrid>
              <a:tr h="327792">
                <a:tc>
                  <a:txBody>
                    <a:bodyPr/>
                    <a:lstStyle/>
                    <a:p>
                      <a:r>
                        <a:rPr lang="en-US" sz="12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Macro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Weighted Avg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47967"/>
                  </a:ext>
                </a:extLst>
              </a:tr>
              <a:tr h="327792">
                <a:tc>
                  <a:txBody>
                    <a:bodyPr/>
                    <a:lstStyle/>
                    <a:p>
                      <a:r>
                        <a:rPr lang="en-US" sz="12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0.8252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34674"/>
                  </a:ext>
                </a:extLst>
              </a:tr>
              <a:tr h="327792">
                <a:tc>
                  <a:txBody>
                    <a:bodyPr/>
                    <a:lstStyle/>
                    <a:p>
                      <a:r>
                        <a:rPr lang="en-US" sz="12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0.7949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0.8294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620621"/>
                  </a:ext>
                </a:extLst>
              </a:tr>
              <a:tr h="327792">
                <a:tc>
                  <a:txBody>
                    <a:bodyPr/>
                    <a:lstStyle/>
                    <a:p>
                      <a:r>
                        <a:rPr lang="en-US" sz="12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0.7708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0.8397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0714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8CAD30C-F84E-2DCF-3D28-3878E39391B9}"/>
              </a:ext>
            </a:extLst>
          </p:cNvPr>
          <p:cNvSpPr txBox="1"/>
          <p:nvPr/>
        </p:nvSpPr>
        <p:spPr>
          <a:xfrm>
            <a:off x="346229" y="2690839"/>
            <a:ext cx="5548544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 startAt="2"/>
            </a:pPr>
            <a:r>
              <a:rPr lang="en-US" sz="16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Classwise</a:t>
            </a:r>
            <a:r>
              <a:rPr lang="en-US" sz="16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Evaluation of Federated ConfidNet Model: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8BE5700-63F2-6C82-3113-2F60F0821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83001"/>
              </p:ext>
            </p:extLst>
          </p:nvPr>
        </p:nvGraphicFramePr>
        <p:xfrm>
          <a:off x="883329" y="3143862"/>
          <a:ext cx="512805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834">
                  <a:extLst>
                    <a:ext uri="{9D8B030D-6E8A-4147-A177-3AD203B41FA5}">
                      <a16:colId xmlns:a16="http://schemas.microsoft.com/office/drawing/2014/main" val="2347970325"/>
                    </a:ext>
                  </a:extLst>
                </a:gridCol>
                <a:gridCol w="1057405">
                  <a:extLst>
                    <a:ext uri="{9D8B030D-6E8A-4147-A177-3AD203B41FA5}">
                      <a16:colId xmlns:a16="http://schemas.microsoft.com/office/drawing/2014/main" val="2176596573"/>
                    </a:ext>
                  </a:extLst>
                </a:gridCol>
                <a:gridCol w="1057405">
                  <a:extLst>
                    <a:ext uri="{9D8B030D-6E8A-4147-A177-3AD203B41FA5}">
                      <a16:colId xmlns:a16="http://schemas.microsoft.com/office/drawing/2014/main" val="1592196864"/>
                    </a:ext>
                  </a:extLst>
                </a:gridCol>
                <a:gridCol w="773997">
                  <a:extLst>
                    <a:ext uri="{9D8B030D-6E8A-4147-A177-3AD203B41FA5}">
                      <a16:colId xmlns:a16="http://schemas.microsoft.com/office/drawing/2014/main" val="4288031675"/>
                    </a:ext>
                  </a:extLst>
                </a:gridCol>
                <a:gridCol w="939410">
                  <a:extLst>
                    <a:ext uri="{9D8B030D-6E8A-4147-A177-3AD203B41FA5}">
                      <a16:colId xmlns:a16="http://schemas.microsoft.com/office/drawing/2014/main" val="3785834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F1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4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3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Truck_Bus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62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Two Wheeler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071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0.6606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44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Overridable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0.9423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1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Underridable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0.7423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7425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B1D354C-52DC-CC21-EEE1-1CA0DFDEF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050" y="1397653"/>
            <a:ext cx="4863766" cy="389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6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65EA77-57F0-B2D7-F494-6897AD89A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r>
              <a:rPr lang="de-DE"/>
              <a:t>Questions?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C36CD-80AB-A664-1AF8-EBDB4E105C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5629275"/>
            <a:ext cx="288925" cy="409575"/>
          </a:xfrm>
        </p:spPr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857791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MLCOMPANYNAME_PREVIOUS" val="bosch"/>
  <p:tag name="MLTEMPLATEVERSION_PREVIOUS" val="1.0"/>
</p:tagLst>
</file>

<file path=ppt/theme/theme1.xml><?xml version="1.0" encoding="utf-8"?>
<a:theme xmlns:a="http://schemas.openxmlformats.org/drawingml/2006/main" name="Bosch NG">
  <a:themeElements>
    <a:clrScheme name="Bosch_Fuchsia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A80163"/>
      </a:accent1>
      <a:accent2>
        <a:srgbClr val="D067AD"/>
      </a:accent2>
      <a:accent3>
        <a:srgbClr val="B2B3B5"/>
      </a:accent3>
      <a:accent4>
        <a:srgbClr val="424C58"/>
      </a:accent4>
      <a:accent5>
        <a:srgbClr val="3F136C"/>
      </a:accent5>
      <a:accent6>
        <a:srgbClr val="967CB1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F7EF9966-F53A-44CC-A756-EF9E132AF5E6}" vid="{BE1FDABE-663E-4397-8AF3-7005A7B11CB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  <Color val="000000"/>
    <Color val="FFFFFF"/>
  </Line>
</sax_ColorSelect>
</file>

<file path=customXml/item2.xml>
</file>

<file path=customXml/item3.xml>
</file>

<file path=customXml/item4.xml>
</file>

<file path=customXml/item5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CR/AAS2</OrgInhalt>
      <Wert>CR/AAS2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2020. Alle Rechte vorbehalten, auch bzgl. jeder Verfügung, Verwertung, Reproduktion, Bearbeitung, Weitergabe sowie für den Fall von Schutzrechtsanmeldungen.</OrgInhalt>
      <Wert>© Robert Bosch GmbH 2020.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27.05.2020</OrgInhalt>
      <Wert>27.05.2020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6.xml>
</file>

<file path=customXml/item7.xml>
</file>

<file path=customXml/item8.xml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EC25CFF5-35F3-4239-9A09-8DB1732A1003}"/>
</file>

<file path=customXml/itemProps3.xml><?xml version="1.0" encoding="utf-8"?>
<ds:datastoreItem xmlns:ds="http://schemas.openxmlformats.org/officeDocument/2006/customXml" ds:itemID="{0AE89C17-1682-44C6-AF44-3A9998215897}"/>
</file>

<file path=customXml/itemProps4.xml><?xml version="1.0" encoding="utf-8"?>
<ds:datastoreItem xmlns:ds="http://schemas.openxmlformats.org/officeDocument/2006/customXml" ds:itemID="{DA506B95-AB9B-47B8-8B91-8DB9031D5CDA}"/>
</file>

<file path=customXml/itemProps5.xml><?xml version="1.0" encoding="utf-8"?>
<ds:datastoreItem xmlns:ds="http://schemas.openxmlformats.org/officeDocument/2006/customXml" ds:itemID="{D0252559-44F8-474C-B66D-E357B88E32C2}">
  <ds:schemaRefs/>
</ds:datastoreItem>
</file>

<file path=customXml/itemProps6.xml><?xml version="1.0" encoding="utf-8"?>
<ds:datastoreItem xmlns:ds="http://schemas.openxmlformats.org/officeDocument/2006/customXml" ds:itemID="{08C1CBAB-9C23-4A13-9D70-9E9A73858D6B}"/>
</file>

<file path=customXml/itemProps7.xml><?xml version="1.0" encoding="utf-8"?>
<ds:datastoreItem xmlns:ds="http://schemas.openxmlformats.org/officeDocument/2006/customXml" ds:itemID="{7522CACC-146C-4B26-91F2-03571661DBE5}"/>
</file>

<file path=customXml/itemProps8.xml><?xml version="1.0" encoding="utf-8"?>
<ds:datastoreItem xmlns:ds="http://schemas.openxmlformats.org/officeDocument/2006/customXml" ds:itemID="{955D8ADE-C37C-4CB0-BB52-EC1752131F32}"/>
</file>

<file path=docProps/app.xml><?xml version="1.0" encoding="utf-8"?>
<Properties xmlns="http://schemas.openxmlformats.org/officeDocument/2006/extended-properties" xmlns:vt="http://schemas.openxmlformats.org/officeDocument/2006/docPropsVTypes">
  <Template>2020_05_30_DeepLoc_new</Template>
  <TotalTime>508</TotalTime>
  <Words>251</Words>
  <Application>Microsoft Office PowerPoint</Application>
  <PresentationFormat>Custom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Bosch Office Sans</vt:lpstr>
      <vt:lpstr>Calibri</vt:lpstr>
      <vt:lpstr>Wingdings 3</vt:lpstr>
      <vt:lpstr>Bosch NG</vt:lpstr>
      <vt:lpstr>Object Type Classification </vt:lpstr>
      <vt:lpstr>Federated Learning (FL) Framework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Ulrich Michael (CR/AAS2)</dc:creator>
  <cp:lastModifiedBy>FIXED-TERM Singh Akshay (BGSW/PJ-CoE-EDGE3)</cp:lastModifiedBy>
  <cp:revision>18</cp:revision>
  <dcterms:created xsi:type="dcterms:W3CDTF">2020-05-27T08:06:51Z</dcterms:created>
  <dcterms:modified xsi:type="dcterms:W3CDTF">2025-12-10T05:46:34Z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